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69" r:id="rId1"/>
  </p:sldMasterIdLst>
  <p:notesMasterIdLst>
    <p:notesMasterId r:id="rId3"/>
  </p:notesMasterIdLst>
  <p:sldIdLst>
    <p:sldId id="256" r:id="rId2"/>
  </p:sldIdLst>
  <p:sldSz cx="43891200" cy="31089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DF5F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8A800F-1412-B145-BC59-BF20F08B20AA}" v="981" dt="2022-04-20T07:50:00.5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62"/>
  </p:normalViewPr>
  <p:slideViewPr>
    <p:cSldViewPr snapToGrid="0">
      <p:cViewPr>
        <p:scale>
          <a:sx n="20" d="100"/>
          <a:sy n="20" d="100"/>
        </p:scale>
        <p:origin x="1952" y="5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BC21A3-ECD8-1A4C-BB32-86B42EB3A6FA}" type="datetimeFigureOut">
              <a:rPr lang="en-US" smtClean="0"/>
              <a:t>4/20/22</a:t>
            </a:fld>
            <a:endParaRPr lang="en-US"/>
          </a:p>
        </p:txBody>
      </p:sp>
      <p:sp>
        <p:nvSpPr>
          <p:cNvPr id="4" name="Slide Image Placeholder 3"/>
          <p:cNvSpPr>
            <a:spLocks noGrp="1" noRot="1" noChangeAspect="1"/>
          </p:cNvSpPr>
          <p:nvPr>
            <p:ph type="sldImg" idx="2"/>
          </p:nvPr>
        </p:nvSpPr>
        <p:spPr>
          <a:xfrm>
            <a:off x="1250950" y="1143000"/>
            <a:ext cx="43561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27F081-B698-6943-A9F3-BD428BA7A64D}" type="slidenum">
              <a:rPr lang="en-US" smtClean="0"/>
              <a:t>‹#›</a:t>
            </a:fld>
            <a:endParaRPr lang="en-US"/>
          </a:p>
        </p:txBody>
      </p:sp>
    </p:spTree>
    <p:extLst>
      <p:ext uri="{BB962C8B-B14F-4D97-AF65-F5344CB8AC3E}">
        <p14:creationId xmlns:p14="http://schemas.microsoft.com/office/powerpoint/2010/main" val="15180999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Still need to work on methods….SVD, LLS, and describing what the singular value plots are and their importance. For results…accuracy, etc. Need conclusion.</a:t>
            </a:r>
          </a:p>
        </p:txBody>
      </p:sp>
      <p:sp>
        <p:nvSpPr>
          <p:cNvPr id="4" name="Slide Number Placeholder 3"/>
          <p:cNvSpPr>
            <a:spLocks noGrp="1"/>
          </p:cNvSpPr>
          <p:nvPr>
            <p:ph type="sldNum" sz="quarter" idx="5"/>
          </p:nvPr>
        </p:nvSpPr>
        <p:spPr/>
        <p:txBody>
          <a:bodyPr/>
          <a:lstStyle/>
          <a:p>
            <a:fld id="{DB27F081-B698-6943-A9F3-BD428BA7A64D}" type="slidenum">
              <a:rPr lang="en-US" smtClean="0"/>
              <a:t>1</a:t>
            </a:fld>
            <a:endParaRPr lang="en-US"/>
          </a:p>
        </p:txBody>
      </p:sp>
    </p:spTree>
    <p:extLst>
      <p:ext uri="{BB962C8B-B14F-4D97-AF65-F5344CB8AC3E}">
        <p14:creationId xmlns:p14="http://schemas.microsoft.com/office/powerpoint/2010/main" val="41575324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840" y="5088045"/>
            <a:ext cx="37307520" cy="10823787"/>
          </a:xfrm>
        </p:spPr>
        <p:txBody>
          <a:bodyPr anchor="b"/>
          <a:lstStyle>
            <a:lvl1pPr algn="ctr">
              <a:defRPr sz="27200"/>
            </a:lvl1pPr>
          </a:lstStyle>
          <a:p>
            <a:r>
              <a:rPr lang="en-US"/>
              <a:t>Click to edit Master title style</a:t>
            </a:r>
          </a:p>
        </p:txBody>
      </p:sp>
      <p:sp>
        <p:nvSpPr>
          <p:cNvPr id="3" name="Subtitle 2"/>
          <p:cNvSpPr>
            <a:spLocks noGrp="1"/>
          </p:cNvSpPr>
          <p:nvPr>
            <p:ph type="subTitle" idx="1"/>
          </p:nvPr>
        </p:nvSpPr>
        <p:spPr>
          <a:xfrm>
            <a:off x="5486400" y="16329239"/>
            <a:ext cx="32918400" cy="7506121"/>
          </a:xfrm>
        </p:spPr>
        <p:txBody>
          <a:bodyPr/>
          <a:lstStyle>
            <a:lvl1pPr marL="0" indent="0" algn="ctr">
              <a:buNone/>
              <a:defRPr sz="10880"/>
            </a:lvl1pPr>
            <a:lvl2pPr marL="2072625" indent="0" algn="ctr">
              <a:buNone/>
              <a:defRPr sz="9067"/>
            </a:lvl2pPr>
            <a:lvl3pPr marL="4145250" indent="0" algn="ctr">
              <a:buNone/>
              <a:defRPr sz="8160"/>
            </a:lvl3pPr>
            <a:lvl4pPr marL="6217874" indent="0" algn="ctr">
              <a:buNone/>
              <a:defRPr sz="7253"/>
            </a:lvl4pPr>
            <a:lvl5pPr marL="8290499" indent="0" algn="ctr">
              <a:buNone/>
              <a:defRPr sz="7253"/>
            </a:lvl5pPr>
            <a:lvl6pPr marL="10363124" indent="0" algn="ctr">
              <a:buNone/>
              <a:defRPr sz="7253"/>
            </a:lvl6pPr>
            <a:lvl7pPr marL="12435749" indent="0" algn="ctr">
              <a:buNone/>
              <a:defRPr sz="7253"/>
            </a:lvl7pPr>
            <a:lvl8pPr marL="14508373" indent="0" algn="ctr">
              <a:buNone/>
              <a:defRPr sz="7253"/>
            </a:lvl8pPr>
            <a:lvl9pPr marL="16580998" indent="0" algn="ctr">
              <a:buNone/>
              <a:defRPr sz="7253"/>
            </a:lvl9pPr>
          </a:lstStyle>
          <a:p>
            <a:r>
              <a:rPr lang="en-US"/>
              <a:t>Click to edit Master subtitle style</a:t>
            </a:r>
          </a:p>
        </p:txBody>
      </p:sp>
      <p:sp>
        <p:nvSpPr>
          <p:cNvPr id="4" name="Date Placeholder 3"/>
          <p:cNvSpPr>
            <a:spLocks noGrp="1"/>
          </p:cNvSpPr>
          <p:nvPr>
            <p:ph type="dt" sz="half" idx="10"/>
          </p:nvPr>
        </p:nvSpPr>
        <p:spPr/>
        <p:txBody>
          <a:bodyPr/>
          <a:lstStyle/>
          <a:p>
            <a:fld id="{6A4B53A7-3209-46A6-9454-F38EAC8F11E7}" type="datetimeFigureOut">
              <a:rPr lang="en-US" smtClean="0"/>
              <a:t>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CE633F-9882-4A5C-83A2-1109D0C73261}" type="slidenum">
              <a:rPr lang="en-US" smtClean="0"/>
              <a:t>‹#›</a:t>
            </a:fld>
            <a:endParaRPr lang="en-US"/>
          </a:p>
        </p:txBody>
      </p:sp>
    </p:spTree>
    <p:extLst>
      <p:ext uri="{BB962C8B-B14F-4D97-AF65-F5344CB8AC3E}">
        <p14:creationId xmlns:p14="http://schemas.microsoft.com/office/powerpoint/2010/main" val="34011351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A4B53A7-3209-46A6-9454-F38EAC8F11E7}" type="datetimeFigureOut">
              <a:rPr lang="en-US" smtClean="0"/>
              <a:t>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CE633F-9882-4A5C-83A2-1109D0C73261}" type="slidenum">
              <a:rPr lang="en-US" smtClean="0"/>
              <a:t>‹#›</a:t>
            </a:fld>
            <a:endParaRPr lang="en-US"/>
          </a:p>
        </p:txBody>
      </p:sp>
    </p:spTree>
    <p:extLst>
      <p:ext uri="{BB962C8B-B14F-4D97-AF65-F5344CB8AC3E}">
        <p14:creationId xmlns:p14="http://schemas.microsoft.com/office/powerpoint/2010/main" val="8232820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94662" y="7750819"/>
            <a:ext cx="37856160" cy="12932408"/>
          </a:xfrm>
        </p:spPr>
        <p:txBody>
          <a:bodyPr anchor="b"/>
          <a:lstStyle>
            <a:lvl1pPr>
              <a:defRPr sz="27200"/>
            </a:lvl1pPr>
          </a:lstStyle>
          <a:p>
            <a:r>
              <a:rPr lang="en-US"/>
              <a:t>Click to edit Master title style</a:t>
            </a:r>
          </a:p>
        </p:txBody>
      </p:sp>
      <p:sp>
        <p:nvSpPr>
          <p:cNvPr id="3" name="Text Placeholder 2"/>
          <p:cNvSpPr>
            <a:spLocks noGrp="1"/>
          </p:cNvSpPr>
          <p:nvPr>
            <p:ph type="body" idx="1"/>
          </p:nvPr>
        </p:nvSpPr>
        <p:spPr>
          <a:xfrm>
            <a:off x="2994662" y="20805572"/>
            <a:ext cx="37856160" cy="6800848"/>
          </a:xfrm>
        </p:spPr>
        <p:txBody>
          <a:bodyPr/>
          <a:lstStyle>
            <a:lvl1pPr marL="0" indent="0">
              <a:buNone/>
              <a:defRPr sz="10880">
                <a:solidFill>
                  <a:schemeClr val="tx1"/>
                </a:solidFill>
              </a:defRPr>
            </a:lvl1pPr>
            <a:lvl2pPr marL="2072625" indent="0">
              <a:buNone/>
              <a:defRPr sz="9067">
                <a:solidFill>
                  <a:schemeClr val="tx1">
                    <a:tint val="75000"/>
                  </a:schemeClr>
                </a:solidFill>
              </a:defRPr>
            </a:lvl2pPr>
            <a:lvl3pPr marL="4145250" indent="0">
              <a:buNone/>
              <a:defRPr sz="8160">
                <a:solidFill>
                  <a:schemeClr val="tx1">
                    <a:tint val="75000"/>
                  </a:schemeClr>
                </a:solidFill>
              </a:defRPr>
            </a:lvl3pPr>
            <a:lvl4pPr marL="6217874" indent="0">
              <a:buNone/>
              <a:defRPr sz="7253">
                <a:solidFill>
                  <a:schemeClr val="tx1">
                    <a:tint val="75000"/>
                  </a:schemeClr>
                </a:solidFill>
              </a:defRPr>
            </a:lvl4pPr>
            <a:lvl5pPr marL="8290499" indent="0">
              <a:buNone/>
              <a:defRPr sz="7253">
                <a:solidFill>
                  <a:schemeClr val="tx1">
                    <a:tint val="75000"/>
                  </a:schemeClr>
                </a:solidFill>
              </a:defRPr>
            </a:lvl5pPr>
            <a:lvl6pPr marL="10363124" indent="0">
              <a:buNone/>
              <a:defRPr sz="7253">
                <a:solidFill>
                  <a:schemeClr val="tx1">
                    <a:tint val="75000"/>
                  </a:schemeClr>
                </a:solidFill>
              </a:defRPr>
            </a:lvl6pPr>
            <a:lvl7pPr marL="12435749" indent="0">
              <a:buNone/>
              <a:defRPr sz="7253">
                <a:solidFill>
                  <a:schemeClr val="tx1">
                    <a:tint val="75000"/>
                  </a:schemeClr>
                </a:solidFill>
              </a:defRPr>
            </a:lvl7pPr>
            <a:lvl8pPr marL="14508373" indent="0">
              <a:buNone/>
              <a:defRPr sz="7253">
                <a:solidFill>
                  <a:schemeClr val="tx1">
                    <a:tint val="75000"/>
                  </a:schemeClr>
                </a:solidFill>
              </a:defRPr>
            </a:lvl8pPr>
            <a:lvl9pPr marL="16580998" indent="0">
              <a:buNone/>
              <a:defRPr sz="725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A4B53A7-3209-46A6-9454-F38EAC8F11E7}" type="datetimeFigureOut">
              <a:rPr lang="en-US" smtClean="0"/>
              <a:t>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CE633F-9882-4A5C-83A2-1109D0C73261}" type="slidenum">
              <a:rPr lang="en-US" smtClean="0"/>
              <a:t>‹#›</a:t>
            </a:fld>
            <a:endParaRPr lang="en-US"/>
          </a:p>
        </p:txBody>
      </p:sp>
    </p:spTree>
    <p:extLst>
      <p:ext uri="{BB962C8B-B14F-4D97-AF65-F5344CB8AC3E}">
        <p14:creationId xmlns:p14="http://schemas.microsoft.com/office/powerpoint/2010/main" val="861010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17520" y="8276166"/>
            <a:ext cx="18653760" cy="197260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2219920" y="8276166"/>
            <a:ext cx="18653760" cy="197260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A4B53A7-3209-46A6-9454-F38EAC8F11E7}" type="datetimeFigureOut">
              <a:rPr lang="en-US" smtClean="0"/>
              <a:t>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CE633F-9882-4A5C-83A2-1109D0C73261}" type="slidenum">
              <a:rPr lang="en-US" smtClean="0"/>
              <a:t>‹#›</a:t>
            </a:fld>
            <a:endParaRPr lang="en-US"/>
          </a:p>
        </p:txBody>
      </p:sp>
    </p:spTree>
    <p:extLst>
      <p:ext uri="{BB962C8B-B14F-4D97-AF65-F5344CB8AC3E}">
        <p14:creationId xmlns:p14="http://schemas.microsoft.com/office/powerpoint/2010/main" val="3149550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023237" y="1655240"/>
            <a:ext cx="37856160" cy="6009219"/>
          </a:xfrm>
        </p:spPr>
        <p:txBody>
          <a:bodyPr/>
          <a:lstStyle/>
          <a:p>
            <a:r>
              <a:rPr lang="en-US"/>
              <a:t>Click to edit Master title style</a:t>
            </a:r>
          </a:p>
        </p:txBody>
      </p:sp>
      <p:sp>
        <p:nvSpPr>
          <p:cNvPr id="3" name="Text Placeholder 2"/>
          <p:cNvSpPr>
            <a:spLocks noGrp="1"/>
          </p:cNvSpPr>
          <p:nvPr>
            <p:ph type="body" idx="1"/>
          </p:nvPr>
        </p:nvSpPr>
        <p:spPr>
          <a:xfrm>
            <a:off x="3023242" y="7621272"/>
            <a:ext cx="18568032" cy="3735068"/>
          </a:xfrm>
        </p:spPr>
        <p:txBody>
          <a:bodyPr anchor="b"/>
          <a:lstStyle>
            <a:lvl1pPr marL="0" indent="0">
              <a:buNone/>
              <a:defRPr sz="10880" b="1"/>
            </a:lvl1pPr>
            <a:lvl2pPr marL="2072625" indent="0">
              <a:buNone/>
              <a:defRPr sz="9067" b="1"/>
            </a:lvl2pPr>
            <a:lvl3pPr marL="4145250" indent="0">
              <a:buNone/>
              <a:defRPr sz="8160" b="1"/>
            </a:lvl3pPr>
            <a:lvl4pPr marL="6217874" indent="0">
              <a:buNone/>
              <a:defRPr sz="7253" b="1"/>
            </a:lvl4pPr>
            <a:lvl5pPr marL="8290499" indent="0">
              <a:buNone/>
              <a:defRPr sz="7253" b="1"/>
            </a:lvl5pPr>
            <a:lvl6pPr marL="10363124" indent="0">
              <a:buNone/>
              <a:defRPr sz="7253" b="1"/>
            </a:lvl6pPr>
            <a:lvl7pPr marL="12435749" indent="0">
              <a:buNone/>
              <a:defRPr sz="7253" b="1"/>
            </a:lvl7pPr>
            <a:lvl8pPr marL="14508373" indent="0">
              <a:buNone/>
              <a:defRPr sz="7253" b="1"/>
            </a:lvl8pPr>
            <a:lvl9pPr marL="16580998" indent="0">
              <a:buNone/>
              <a:defRPr sz="7253" b="1"/>
            </a:lvl9pPr>
          </a:lstStyle>
          <a:p>
            <a:pPr lvl="0"/>
            <a:r>
              <a:rPr lang="en-US"/>
              <a:t>Click to edit Master text styles</a:t>
            </a:r>
          </a:p>
        </p:txBody>
      </p:sp>
      <p:sp>
        <p:nvSpPr>
          <p:cNvPr id="4" name="Content Placeholder 3"/>
          <p:cNvSpPr>
            <a:spLocks noGrp="1"/>
          </p:cNvSpPr>
          <p:nvPr>
            <p:ph sz="half" idx="2"/>
          </p:nvPr>
        </p:nvSpPr>
        <p:spPr>
          <a:xfrm>
            <a:off x="3023242" y="11356340"/>
            <a:ext cx="18568032" cy="167034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19922" y="7621272"/>
            <a:ext cx="18659477" cy="3735068"/>
          </a:xfrm>
        </p:spPr>
        <p:txBody>
          <a:bodyPr anchor="b"/>
          <a:lstStyle>
            <a:lvl1pPr marL="0" indent="0">
              <a:buNone/>
              <a:defRPr sz="10880" b="1"/>
            </a:lvl1pPr>
            <a:lvl2pPr marL="2072625" indent="0">
              <a:buNone/>
              <a:defRPr sz="9067" b="1"/>
            </a:lvl2pPr>
            <a:lvl3pPr marL="4145250" indent="0">
              <a:buNone/>
              <a:defRPr sz="8160" b="1"/>
            </a:lvl3pPr>
            <a:lvl4pPr marL="6217874" indent="0">
              <a:buNone/>
              <a:defRPr sz="7253" b="1"/>
            </a:lvl4pPr>
            <a:lvl5pPr marL="8290499" indent="0">
              <a:buNone/>
              <a:defRPr sz="7253" b="1"/>
            </a:lvl5pPr>
            <a:lvl6pPr marL="10363124" indent="0">
              <a:buNone/>
              <a:defRPr sz="7253" b="1"/>
            </a:lvl6pPr>
            <a:lvl7pPr marL="12435749" indent="0">
              <a:buNone/>
              <a:defRPr sz="7253" b="1"/>
            </a:lvl7pPr>
            <a:lvl8pPr marL="14508373" indent="0">
              <a:buNone/>
              <a:defRPr sz="7253" b="1"/>
            </a:lvl8pPr>
            <a:lvl9pPr marL="16580998" indent="0">
              <a:buNone/>
              <a:defRPr sz="7253" b="1"/>
            </a:lvl9pPr>
          </a:lstStyle>
          <a:p>
            <a:pPr lvl="0"/>
            <a:r>
              <a:rPr lang="en-US"/>
              <a:t>Click to edit Master text styles</a:t>
            </a:r>
          </a:p>
        </p:txBody>
      </p:sp>
      <p:sp>
        <p:nvSpPr>
          <p:cNvPr id="6" name="Content Placeholder 5"/>
          <p:cNvSpPr>
            <a:spLocks noGrp="1"/>
          </p:cNvSpPr>
          <p:nvPr>
            <p:ph sz="quarter" idx="4"/>
          </p:nvPr>
        </p:nvSpPr>
        <p:spPr>
          <a:xfrm>
            <a:off x="22219922" y="11356340"/>
            <a:ext cx="18659477" cy="167034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A4B53A7-3209-46A6-9454-F38EAC8F11E7}" type="datetimeFigureOut">
              <a:rPr lang="en-US" smtClean="0"/>
              <a:t>4/20/22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7CE633F-9882-4A5C-83A2-1109D0C73261}" type="slidenum">
              <a:rPr lang="en-US" smtClean="0"/>
              <a:t>‹#›</a:t>
            </a:fld>
            <a:endParaRPr lang="en-US"/>
          </a:p>
        </p:txBody>
      </p:sp>
    </p:spTree>
    <p:extLst>
      <p:ext uri="{BB962C8B-B14F-4D97-AF65-F5344CB8AC3E}">
        <p14:creationId xmlns:p14="http://schemas.microsoft.com/office/powerpoint/2010/main" val="10043910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A4B53A7-3209-46A6-9454-F38EAC8F11E7}" type="datetimeFigureOut">
              <a:rPr lang="en-US" smtClean="0"/>
              <a:t>4/20/22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7CE633F-9882-4A5C-83A2-1109D0C73261}" type="slidenum">
              <a:rPr lang="en-US" smtClean="0"/>
              <a:t>‹#›</a:t>
            </a:fld>
            <a:endParaRPr lang="en-US"/>
          </a:p>
        </p:txBody>
      </p:sp>
    </p:spTree>
    <p:extLst>
      <p:ext uri="{BB962C8B-B14F-4D97-AF65-F5344CB8AC3E}">
        <p14:creationId xmlns:p14="http://schemas.microsoft.com/office/powerpoint/2010/main" val="34448669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A4B53A7-3209-46A6-9454-F38EAC8F11E7}" type="datetimeFigureOut">
              <a:rPr lang="en-US" smtClean="0"/>
              <a:t>4/20/22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7CE633F-9882-4A5C-83A2-1109D0C73261}" type="slidenum">
              <a:rPr lang="en-US" smtClean="0"/>
              <a:t>‹#›</a:t>
            </a:fld>
            <a:endParaRPr lang="en-US"/>
          </a:p>
        </p:txBody>
      </p:sp>
    </p:spTree>
    <p:extLst>
      <p:ext uri="{BB962C8B-B14F-4D97-AF65-F5344CB8AC3E}">
        <p14:creationId xmlns:p14="http://schemas.microsoft.com/office/powerpoint/2010/main" val="20032087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072640"/>
            <a:ext cx="14156054" cy="7254240"/>
          </a:xfrm>
        </p:spPr>
        <p:txBody>
          <a:bodyPr anchor="b"/>
          <a:lstStyle>
            <a:lvl1pPr>
              <a:defRPr sz="14507"/>
            </a:lvl1pPr>
          </a:lstStyle>
          <a:p>
            <a:r>
              <a:rPr lang="en-US"/>
              <a:t>Click to edit Master title style</a:t>
            </a:r>
          </a:p>
        </p:txBody>
      </p:sp>
      <p:sp>
        <p:nvSpPr>
          <p:cNvPr id="3" name="Content Placeholder 2"/>
          <p:cNvSpPr>
            <a:spLocks noGrp="1"/>
          </p:cNvSpPr>
          <p:nvPr>
            <p:ph idx="1"/>
          </p:nvPr>
        </p:nvSpPr>
        <p:spPr>
          <a:xfrm>
            <a:off x="18659477" y="4476333"/>
            <a:ext cx="22219920" cy="22093767"/>
          </a:xfrm>
        </p:spPr>
        <p:txBody>
          <a:bodyPr/>
          <a:lstStyle>
            <a:lvl1pPr>
              <a:defRPr sz="14507"/>
            </a:lvl1pPr>
            <a:lvl2pPr>
              <a:defRPr sz="12693"/>
            </a:lvl2pPr>
            <a:lvl3pPr>
              <a:defRPr sz="10880"/>
            </a:lvl3pPr>
            <a:lvl4pPr>
              <a:defRPr sz="9067"/>
            </a:lvl4pPr>
            <a:lvl5pPr>
              <a:defRPr sz="9067"/>
            </a:lvl5pPr>
            <a:lvl6pPr>
              <a:defRPr sz="9067"/>
            </a:lvl6pPr>
            <a:lvl7pPr>
              <a:defRPr sz="9067"/>
            </a:lvl7pPr>
            <a:lvl8pPr>
              <a:defRPr sz="9067"/>
            </a:lvl8pPr>
            <a:lvl9pPr>
              <a:defRPr sz="9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23237" y="9326880"/>
            <a:ext cx="14156054" cy="17279199"/>
          </a:xfrm>
        </p:spPr>
        <p:txBody>
          <a:bodyPr/>
          <a:lstStyle>
            <a:lvl1pPr marL="0" indent="0">
              <a:buNone/>
              <a:defRPr sz="7253"/>
            </a:lvl1pPr>
            <a:lvl2pPr marL="2072625" indent="0">
              <a:buNone/>
              <a:defRPr sz="6347"/>
            </a:lvl2pPr>
            <a:lvl3pPr marL="4145250" indent="0">
              <a:buNone/>
              <a:defRPr sz="5440"/>
            </a:lvl3pPr>
            <a:lvl4pPr marL="6217874" indent="0">
              <a:buNone/>
              <a:defRPr sz="4533"/>
            </a:lvl4pPr>
            <a:lvl5pPr marL="8290499" indent="0">
              <a:buNone/>
              <a:defRPr sz="4533"/>
            </a:lvl5pPr>
            <a:lvl6pPr marL="10363124" indent="0">
              <a:buNone/>
              <a:defRPr sz="4533"/>
            </a:lvl6pPr>
            <a:lvl7pPr marL="12435749" indent="0">
              <a:buNone/>
              <a:defRPr sz="4533"/>
            </a:lvl7pPr>
            <a:lvl8pPr marL="14508373" indent="0">
              <a:buNone/>
              <a:defRPr sz="4533"/>
            </a:lvl8pPr>
            <a:lvl9pPr marL="16580998" indent="0">
              <a:buNone/>
              <a:defRPr sz="4533"/>
            </a:lvl9pPr>
          </a:lstStyle>
          <a:p>
            <a:pPr lvl="0"/>
            <a:r>
              <a:rPr lang="en-US"/>
              <a:t>Click to edit Master text styles</a:t>
            </a:r>
          </a:p>
        </p:txBody>
      </p:sp>
      <p:sp>
        <p:nvSpPr>
          <p:cNvPr id="5" name="Date Placeholder 4"/>
          <p:cNvSpPr>
            <a:spLocks noGrp="1"/>
          </p:cNvSpPr>
          <p:nvPr>
            <p:ph type="dt" sz="half" idx="10"/>
          </p:nvPr>
        </p:nvSpPr>
        <p:spPr/>
        <p:txBody>
          <a:bodyPr/>
          <a:lstStyle/>
          <a:p>
            <a:fld id="{6A4B53A7-3209-46A6-9454-F38EAC8F11E7}" type="datetimeFigureOut">
              <a:rPr lang="en-US" smtClean="0"/>
              <a:t>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CE633F-9882-4A5C-83A2-1109D0C73261}" type="slidenum">
              <a:rPr lang="en-US" smtClean="0"/>
              <a:t>‹#›</a:t>
            </a:fld>
            <a:endParaRPr lang="en-US"/>
          </a:p>
        </p:txBody>
      </p:sp>
    </p:spTree>
    <p:extLst>
      <p:ext uri="{BB962C8B-B14F-4D97-AF65-F5344CB8AC3E}">
        <p14:creationId xmlns:p14="http://schemas.microsoft.com/office/powerpoint/2010/main" val="40401340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072640"/>
            <a:ext cx="14156054" cy="7254240"/>
          </a:xfrm>
        </p:spPr>
        <p:txBody>
          <a:bodyPr anchor="b"/>
          <a:lstStyle>
            <a:lvl1pPr>
              <a:defRPr sz="14507"/>
            </a:lvl1pPr>
          </a:lstStyle>
          <a:p>
            <a:r>
              <a:rPr lang="en-US"/>
              <a:t>Click to edit Master title style</a:t>
            </a:r>
          </a:p>
        </p:txBody>
      </p:sp>
      <p:sp>
        <p:nvSpPr>
          <p:cNvPr id="3" name="Picture Placeholder 2"/>
          <p:cNvSpPr>
            <a:spLocks noGrp="1" noChangeAspect="1"/>
          </p:cNvSpPr>
          <p:nvPr>
            <p:ph type="pic" idx="1"/>
          </p:nvPr>
        </p:nvSpPr>
        <p:spPr>
          <a:xfrm>
            <a:off x="18659477" y="4476333"/>
            <a:ext cx="22219920" cy="22093767"/>
          </a:xfrm>
        </p:spPr>
        <p:txBody>
          <a:bodyPr anchor="t"/>
          <a:lstStyle>
            <a:lvl1pPr marL="0" indent="0">
              <a:buNone/>
              <a:defRPr sz="14507"/>
            </a:lvl1pPr>
            <a:lvl2pPr marL="2072625" indent="0">
              <a:buNone/>
              <a:defRPr sz="12693"/>
            </a:lvl2pPr>
            <a:lvl3pPr marL="4145250" indent="0">
              <a:buNone/>
              <a:defRPr sz="10880"/>
            </a:lvl3pPr>
            <a:lvl4pPr marL="6217874" indent="0">
              <a:buNone/>
              <a:defRPr sz="9067"/>
            </a:lvl4pPr>
            <a:lvl5pPr marL="8290499" indent="0">
              <a:buNone/>
              <a:defRPr sz="9067"/>
            </a:lvl5pPr>
            <a:lvl6pPr marL="10363124" indent="0">
              <a:buNone/>
              <a:defRPr sz="9067"/>
            </a:lvl6pPr>
            <a:lvl7pPr marL="12435749" indent="0">
              <a:buNone/>
              <a:defRPr sz="9067"/>
            </a:lvl7pPr>
            <a:lvl8pPr marL="14508373" indent="0">
              <a:buNone/>
              <a:defRPr sz="9067"/>
            </a:lvl8pPr>
            <a:lvl9pPr marL="16580998" indent="0">
              <a:buNone/>
              <a:defRPr sz="9067"/>
            </a:lvl9pPr>
          </a:lstStyle>
          <a:p>
            <a:r>
              <a:rPr lang="en-US"/>
              <a:t>Click icon to add picture</a:t>
            </a:r>
          </a:p>
        </p:txBody>
      </p:sp>
      <p:sp>
        <p:nvSpPr>
          <p:cNvPr id="4" name="Text Placeholder 3"/>
          <p:cNvSpPr>
            <a:spLocks noGrp="1"/>
          </p:cNvSpPr>
          <p:nvPr>
            <p:ph type="body" sz="half" idx="2"/>
          </p:nvPr>
        </p:nvSpPr>
        <p:spPr>
          <a:xfrm>
            <a:off x="3023237" y="9326880"/>
            <a:ext cx="14156054" cy="17279199"/>
          </a:xfrm>
        </p:spPr>
        <p:txBody>
          <a:bodyPr/>
          <a:lstStyle>
            <a:lvl1pPr marL="0" indent="0">
              <a:buNone/>
              <a:defRPr sz="7253"/>
            </a:lvl1pPr>
            <a:lvl2pPr marL="2072625" indent="0">
              <a:buNone/>
              <a:defRPr sz="6347"/>
            </a:lvl2pPr>
            <a:lvl3pPr marL="4145250" indent="0">
              <a:buNone/>
              <a:defRPr sz="5440"/>
            </a:lvl3pPr>
            <a:lvl4pPr marL="6217874" indent="0">
              <a:buNone/>
              <a:defRPr sz="4533"/>
            </a:lvl4pPr>
            <a:lvl5pPr marL="8290499" indent="0">
              <a:buNone/>
              <a:defRPr sz="4533"/>
            </a:lvl5pPr>
            <a:lvl6pPr marL="10363124" indent="0">
              <a:buNone/>
              <a:defRPr sz="4533"/>
            </a:lvl6pPr>
            <a:lvl7pPr marL="12435749" indent="0">
              <a:buNone/>
              <a:defRPr sz="4533"/>
            </a:lvl7pPr>
            <a:lvl8pPr marL="14508373" indent="0">
              <a:buNone/>
              <a:defRPr sz="4533"/>
            </a:lvl8pPr>
            <a:lvl9pPr marL="16580998" indent="0">
              <a:buNone/>
              <a:defRPr sz="4533"/>
            </a:lvl9pPr>
          </a:lstStyle>
          <a:p>
            <a:pPr lvl="0"/>
            <a:r>
              <a:rPr lang="en-US"/>
              <a:t>Click to edit Master text styles</a:t>
            </a:r>
          </a:p>
        </p:txBody>
      </p:sp>
      <p:sp>
        <p:nvSpPr>
          <p:cNvPr id="5" name="Date Placeholder 4"/>
          <p:cNvSpPr>
            <a:spLocks noGrp="1"/>
          </p:cNvSpPr>
          <p:nvPr>
            <p:ph type="dt" sz="half" idx="10"/>
          </p:nvPr>
        </p:nvSpPr>
        <p:spPr/>
        <p:txBody>
          <a:bodyPr/>
          <a:lstStyle/>
          <a:p>
            <a:fld id="{6A4B53A7-3209-46A6-9454-F38EAC8F11E7}" type="datetimeFigureOut">
              <a:rPr lang="en-US" smtClean="0"/>
              <a:t>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CE633F-9882-4A5C-83A2-1109D0C73261}" type="slidenum">
              <a:rPr lang="en-US" smtClean="0"/>
              <a:t>‹#›</a:t>
            </a:fld>
            <a:endParaRPr lang="en-US"/>
          </a:p>
        </p:txBody>
      </p:sp>
    </p:spTree>
    <p:extLst>
      <p:ext uri="{BB962C8B-B14F-4D97-AF65-F5344CB8AC3E}">
        <p14:creationId xmlns:p14="http://schemas.microsoft.com/office/powerpoint/2010/main" val="31575690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A4B53A7-3209-46A6-9454-F38EAC8F11E7}" type="datetimeFigureOut">
              <a:rPr lang="en-US" smtClean="0"/>
              <a:t>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CE633F-9882-4A5C-83A2-1109D0C73261}" type="slidenum">
              <a:rPr lang="en-US" smtClean="0"/>
              <a:t>‹#›</a:t>
            </a:fld>
            <a:endParaRPr lang="en-US"/>
          </a:p>
        </p:txBody>
      </p:sp>
    </p:spTree>
    <p:extLst>
      <p:ext uri="{BB962C8B-B14F-4D97-AF65-F5344CB8AC3E}">
        <p14:creationId xmlns:p14="http://schemas.microsoft.com/office/powerpoint/2010/main" val="35066150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409642" y="1655233"/>
            <a:ext cx="9464040" cy="2634699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17522" y="1655233"/>
            <a:ext cx="27843480" cy="263469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A4B53A7-3209-46A6-9454-F38EAC8F11E7}" type="datetimeFigureOut">
              <a:rPr lang="en-US" smtClean="0"/>
              <a:t>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CE633F-9882-4A5C-83A2-1109D0C73261}" type="slidenum">
              <a:rPr lang="en-US" smtClean="0"/>
              <a:t>‹#›</a:t>
            </a:fld>
            <a:endParaRPr lang="en-US"/>
          </a:p>
        </p:txBody>
      </p:sp>
    </p:spTree>
    <p:extLst>
      <p:ext uri="{BB962C8B-B14F-4D97-AF65-F5344CB8AC3E}">
        <p14:creationId xmlns:p14="http://schemas.microsoft.com/office/powerpoint/2010/main" val="25462674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17520" y="1655240"/>
            <a:ext cx="37856160" cy="6009219"/>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17520" y="8276166"/>
            <a:ext cx="37856160" cy="197260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17520" y="28815460"/>
            <a:ext cx="9875520" cy="1655233"/>
          </a:xfrm>
          <a:prstGeom prst="rect">
            <a:avLst/>
          </a:prstGeom>
        </p:spPr>
        <p:txBody>
          <a:bodyPr vert="horz" lIns="91440" tIns="45720" rIns="91440" bIns="45720" rtlCol="0" anchor="ctr"/>
          <a:lstStyle>
            <a:lvl1pPr algn="l">
              <a:defRPr sz="5440">
                <a:solidFill>
                  <a:schemeClr val="tx1">
                    <a:tint val="75000"/>
                  </a:schemeClr>
                </a:solidFill>
              </a:defRPr>
            </a:lvl1pPr>
          </a:lstStyle>
          <a:p>
            <a:fld id="{6A4B53A7-3209-46A6-9454-F38EAC8F11E7}" type="datetimeFigureOut">
              <a:rPr lang="en-US" smtClean="0"/>
              <a:pPr/>
              <a:t>4/20/22</a:t>
            </a:fld>
            <a:endParaRPr lang="en-US"/>
          </a:p>
        </p:txBody>
      </p:sp>
      <p:sp>
        <p:nvSpPr>
          <p:cNvPr id="5" name="Footer Placeholder 4"/>
          <p:cNvSpPr>
            <a:spLocks noGrp="1"/>
          </p:cNvSpPr>
          <p:nvPr>
            <p:ph type="ftr" sz="quarter" idx="3"/>
          </p:nvPr>
        </p:nvSpPr>
        <p:spPr>
          <a:xfrm>
            <a:off x="14538960" y="28815460"/>
            <a:ext cx="14813280" cy="1655233"/>
          </a:xfrm>
          <a:prstGeom prst="rect">
            <a:avLst/>
          </a:prstGeom>
        </p:spPr>
        <p:txBody>
          <a:bodyPr vert="horz" lIns="91440" tIns="45720" rIns="91440" bIns="45720" rtlCol="0" anchor="ctr"/>
          <a:lstStyle>
            <a:lvl1pPr algn="ctr">
              <a:defRPr sz="544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30998160" y="28815460"/>
            <a:ext cx="9875520" cy="1655233"/>
          </a:xfrm>
          <a:prstGeom prst="rect">
            <a:avLst/>
          </a:prstGeom>
        </p:spPr>
        <p:txBody>
          <a:bodyPr vert="horz" lIns="91440" tIns="45720" rIns="91440" bIns="45720" rtlCol="0" anchor="ctr"/>
          <a:lstStyle>
            <a:lvl1pPr algn="r">
              <a:defRPr sz="5440">
                <a:solidFill>
                  <a:schemeClr val="tx1">
                    <a:tint val="75000"/>
                  </a:schemeClr>
                </a:solidFill>
              </a:defRPr>
            </a:lvl1pPr>
          </a:lstStyle>
          <a:p>
            <a:fld id="{27CE633F-9882-4A5C-83A2-1109D0C73261}" type="slidenum">
              <a:rPr lang="en-US" smtClean="0"/>
              <a:pPr/>
              <a:t>‹#›</a:t>
            </a:fld>
            <a:endParaRPr lang="en-US"/>
          </a:p>
        </p:txBody>
      </p:sp>
    </p:spTree>
    <p:extLst>
      <p:ext uri="{BB962C8B-B14F-4D97-AF65-F5344CB8AC3E}">
        <p14:creationId xmlns:p14="http://schemas.microsoft.com/office/powerpoint/2010/main" val="2224009345"/>
      </p:ext>
    </p:extLst>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Lst>
  <p:txStyles>
    <p:titleStyle>
      <a:lvl1pPr algn="l" defTabSz="4145250" rtl="0" eaLnBrk="1" latinLnBrk="0" hangingPunct="1">
        <a:lnSpc>
          <a:spcPct val="90000"/>
        </a:lnSpc>
        <a:spcBef>
          <a:spcPct val="0"/>
        </a:spcBef>
        <a:buNone/>
        <a:defRPr sz="19947" kern="1200">
          <a:solidFill>
            <a:schemeClr val="tx1"/>
          </a:solidFill>
          <a:latin typeface="+mj-lt"/>
          <a:ea typeface="+mj-ea"/>
          <a:cs typeface="+mj-cs"/>
        </a:defRPr>
      </a:lvl1pPr>
    </p:titleStyle>
    <p:bodyStyle>
      <a:lvl1pPr marL="1036312" indent="-1036312" algn="l" defTabSz="4145250" rtl="0" eaLnBrk="1" latinLnBrk="0" hangingPunct="1">
        <a:lnSpc>
          <a:spcPct val="90000"/>
        </a:lnSpc>
        <a:spcBef>
          <a:spcPts val="4533"/>
        </a:spcBef>
        <a:buFont typeface="Arial" panose="020B0604020202020204" pitchFamily="34" charset="0"/>
        <a:buChar char="•"/>
        <a:defRPr sz="12693" kern="1200">
          <a:solidFill>
            <a:schemeClr val="tx1"/>
          </a:solidFill>
          <a:latin typeface="+mn-lt"/>
          <a:ea typeface="+mn-ea"/>
          <a:cs typeface="+mn-cs"/>
        </a:defRPr>
      </a:lvl1pPr>
      <a:lvl2pPr marL="3108937" indent="-1036312" algn="l" defTabSz="4145250" rtl="0" eaLnBrk="1" latinLnBrk="0" hangingPunct="1">
        <a:lnSpc>
          <a:spcPct val="90000"/>
        </a:lnSpc>
        <a:spcBef>
          <a:spcPts val="2267"/>
        </a:spcBef>
        <a:buFont typeface="Arial" panose="020B0604020202020204" pitchFamily="34" charset="0"/>
        <a:buChar char="•"/>
        <a:defRPr sz="10880" kern="1200">
          <a:solidFill>
            <a:schemeClr val="tx1"/>
          </a:solidFill>
          <a:latin typeface="+mn-lt"/>
          <a:ea typeface="+mn-ea"/>
          <a:cs typeface="+mn-cs"/>
        </a:defRPr>
      </a:lvl2pPr>
      <a:lvl3pPr marL="5181562" indent="-1036312" algn="l" defTabSz="4145250" rtl="0" eaLnBrk="1" latinLnBrk="0" hangingPunct="1">
        <a:lnSpc>
          <a:spcPct val="90000"/>
        </a:lnSpc>
        <a:spcBef>
          <a:spcPts val="2267"/>
        </a:spcBef>
        <a:buFont typeface="Arial" panose="020B0604020202020204" pitchFamily="34" charset="0"/>
        <a:buChar char="•"/>
        <a:defRPr sz="9067" kern="1200">
          <a:solidFill>
            <a:schemeClr val="tx1"/>
          </a:solidFill>
          <a:latin typeface="+mn-lt"/>
          <a:ea typeface="+mn-ea"/>
          <a:cs typeface="+mn-cs"/>
        </a:defRPr>
      </a:lvl3pPr>
      <a:lvl4pPr marL="7254187" indent="-1036312" algn="l" defTabSz="4145250" rtl="0" eaLnBrk="1" latinLnBrk="0" hangingPunct="1">
        <a:lnSpc>
          <a:spcPct val="90000"/>
        </a:lnSpc>
        <a:spcBef>
          <a:spcPts val="2267"/>
        </a:spcBef>
        <a:buFont typeface="Arial" panose="020B0604020202020204" pitchFamily="34" charset="0"/>
        <a:buChar char="•"/>
        <a:defRPr sz="8160" kern="1200">
          <a:solidFill>
            <a:schemeClr val="tx1"/>
          </a:solidFill>
          <a:latin typeface="+mn-lt"/>
          <a:ea typeface="+mn-ea"/>
          <a:cs typeface="+mn-cs"/>
        </a:defRPr>
      </a:lvl4pPr>
      <a:lvl5pPr marL="9326811" indent="-1036312" algn="l" defTabSz="4145250" rtl="0" eaLnBrk="1" latinLnBrk="0" hangingPunct="1">
        <a:lnSpc>
          <a:spcPct val="90000"/>
        </a:lnSpc>
        <a:spcBef>
          <a:spcPts val="2267"/>
        </a:spcBef>
        <a:buFont typeface="Arial" panose="020B0604020202020204" pitchFamily="34" charset="0"/>
        <a:buChar char="•"/>
        <a:defRPr sz="8160" kern="1200">
          <a:solidFill>
            <a:schemeClr val="tx1"/>
          </a:solidFill>
          <a:latin typeface="+mn-lt"/>
          <a:ea typeface="+mn-ea"/>
          <a:cs typeface="+mn-cs"/>
        </a:defRPr>
      </a:lvl5pPr>
      <a:lvl6pPr marL="11399436" indent="-1036312" algn="l" defTabSz="4145250" rtl="0" eaLnBrk="1" latinLnBrk="0" hangingPunct="1">
        <a:lnSpc>
          <a:spcPct val="90000"/>
        </a:lnSpc>
        <a:spcBef>
          <a:spcPts val="2267"/>
        </a:spcBef>
        <a:buFont typeface="Arial" panose="020B0604020202020204" pitchFamily="34" charset="0"/>
        <a:buChar char="•"/>
        <a:defRPr sz="8160" kern="1200">
          <a:solidFill>
            <a:schemeClr val="tx1"/>
          </a:solidFill>
          <a:latin typeface="+mn-lt"/>
          <a:ea typeface="+mn-ea"/>
          <a:cs typeface="+mn-cs"/>
        </a:defRPr>
      </a:lvl6pPr>
      <a:lvl7pPr marL="13472061" indent="-1036312" algn="l" defTabSz="4145250" rtl="0" eaLnBrk="1" latinLnBrk="0" hangingPunct="1">
        <a:lnSpc>
          <a:spcPct val="90000"/>
        </a:lnSpc>
        <a:spcBef>
          <a:spcPts val="2267"/>
        </a:spcBef>
        <a:buFont typeface="Arial" panose="020B0604020202020204" pitchFamily="34" charset="0"/>
        <a:buChar char="•"/>
        <a:defRPr sz="8160" kern="1200">
          <a:solidFill>
            <a:schemeClr val="tx1"/>
          </a:solidFill>
          <a:latin typeface="+mn-lt"/>
          <a:ea typeface="+mn-ea"/>
          <a:cs typeface="+mn-cs"/>
        </a:defRPr>
      </a:lvl7pPr>
      <a:lvl8pPr marL="15544686" indent="-1036312" algn="l" defTabSz="4145250" rtl="0" eaLnBrk="1" latinLnBrk="0" hangingPunct="1">
        <a:lnSpc>
          <a:spcPct val="90000"/>
        </a:lnSpc>
        <a:spcBef>
          <a:spcPts val="2267"/>
        </a:spcBef>
        <a:buFont typeface="Arial" panose="020B0604020202020204" pitchFamily="34" charset="0"/>
        <a:buChar char="•"/>
        <a:defRPr sz="8160" kern="1200">
          <a:solidFill>
            <a:schemeClr val="tx1"/>
          </a:solidFill>
          <a:latin typeface="+mn-lt"/>
          <a:ea typeface="+mn-ea"/>
          <a:cs typeface="+mn-cs"/>
        </a:defRPr>
      </a:lvl8pPr>
      <a:lvl9pPr marL="17617310" indent="-1036312" algn="l" defTabSz="4145250" rtl="0" eaLnBrk="1" latinLnBrk="0" hangingPunct="1">
        <a:lnSpc>
          <a:spcPct val="90000"/>
        </a:lnSpc>
        <a:spcBef>
          <a:spcPts val="2267"/>
        </a:spcBef>
        <a:buFont typeface="Arial" panose="020B0604020202020204" pitchFamily="34" charset="0"/>
        <a:buChar char="•"/>
        <a:defRPr sz="8160" kern="1200">
          <a:solidFill>
            <a:schemeClr val="tx1"/>
          </a:solidFill>
          <a:latin typeface="+mn-lt"/>
          <a:ea typeface="+mn-ea"/>
          <a:cs typeface="+mn-cs"/>
        </a:defRPr>
      </a:lvl9pPr>
    </p:bodyStyle>
    <p:otherStyle>
      <a:defPPr>
        <a:defRPr lang="en-US"/>
      </a:defPPr>
      <a:lvl1pPr marL="0" algn="l" defTabSz="4145250" rtl="0" eaLnBrk="1" latinLnBrk="0" hangingPunct="1">
        <a:defRPr sz="8160" kern="1200">
          <a:solidFill>
            <a:schemeClr val="tx1"/>
          </a:solidFill>
          <a:latin typeface="+mn-lt"/>
          <a:ea typeface="+mn-ea"/>
          <a:cs typeface="+mn-cs"/>
        </a:defRPr>
      </a:lvl1pPr>
      <a:lvl2pPr marL="2072625" algn="l" defTabSz="4145250" rtl="0" eaLnBrk="1" latinLnBrk="0" hangingPunct="1">
        <a:defRPr sz="8160" kern="1200">
          <a:solidFill>
            <a:schemeClr val="tx1"/>
          </a:solidFill>
          <a:latin typeface="+mn-lt"/>
          <a:ea typeface="+mn-ea"/>
          <a:cs typeface="+mn-cs"/>
        </a:defRPr>
      </a:lvl2pPr>
      <a:lvl3pPr marL="4145250" algn="l" defTabSz="4145250" rtl="0" eaLnBrk="1" latinLnBrk="0" hangingPunct="1">
        <a:defRPr sz="8160" kern="1200">
          <a:solidFill>
            <a:schemeClr val="tx1"/>
          </a:solidFill>
          <a:latin typeface="+mn-lt"/>
          <a:ea typeface="+mn-ea"/>
          <a:cs typeface="+mn-cs"/>
        </a:defRPr>
      </a:lvl3pPr>
      <a:lvl4pPr marL="6217874" algn="l" defTabSz="4145250" rtl="0" eaLnBrk="1" latinLnBrk="0" hangingPunct="1">
        <a:defRPr sz="8160" kern="1200">
          <a:solidFill>
            <a:schemeClr val="tx1"/>
          </a:solidFill>
          <a:latin typeface="+mn-lt"/>
          <a:ea typeface="+mn-ea"/>
          <a:cs typeface="+mn-cs"/>
        </a:defRPr>
      </a:lvl4pPr>
      <a:lvl5pPr marL="8290499" algn="l" defTabSz="4145250" rtl="0" eaLnBrk="1" latinLnBrk="0" hangingPunct="1">
        <a:defRPr sz="8160" kern="1200">
          <a:solidFill>
            <a:schemeClr val="tx1"/>
          </a:solidFill>
          <a:latin typeface="+mn-lt"/>
          <a:ea typeface="+mn-ea"/>
          <a:cs typeface="+mn-cs"/>
        </a:defRPr>
      </a:lvl5pPr>
      <a:lvl6pPr marL="10363124" algn="l" defTabSz="4145250" rtl="0" eaLnBrk="1" latinLnBrk="0" hangingPunct="1">
        <a:defRPr sz="8160" kern="1200">
          <a:solidFill>
            <a:schemeClr val="tx1"/>
          </a:solidFill>
          <a:latin typeface="+mn-lt"/>
          <a:ea typeface="+mn-ea"/>
          <a:cs typeface="+mn-cs"/>
        </a:defRPr>
      </a:lvl6pPr>
      <a:lvl7pPr marL="12435749" algn="l" defTabSz="4145250" rtl="0" eaLnBrk="1" latinLnBrk="0" hangingPunct="1">
        <a:defRPr sz="8160" kern="1200">
          <a:solidFill>
            <a:schemeClr val="tx1"/>
          </a:solidFill>
          <a:latin typeface="+mn-lt"/>
          <a:ea typeface="+mn-ea"/>
          <a:cs typeface="+mn-cs"/>
        </a:defRPr>
      </a:lvl7pPr>
      <a:lvl8pPr marL="14508373" algn="l" defTabSz="4145250" rtl="0" eaLnBrk="1" latinLnBrk="0" hangingPunct="1">
        <a:defRPr sz="8160" kern="1200">
          <a:solidFill>
            <a:schemeClr val="tx1"/>
          </a:solidFill>
          <a:latin typeface="+mn-lt"/>
          <a:ea typeface="+mn-ea"/>
          <a:cs typeface="+mn-cs"/>
        </a:defRPr>
      </a:lvl8pPr>
      <a:lvl9pPr marL="16580998" algn="l" defTabSz="4145250" rtl="0" eaLnBrk="1" latinLnBrk="0" hangingPunct="1">
        <a:defRPr sz="8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0.png"/><Relationship Id="rId3" Type="http://schemas.openxmlformats.org/officeDocument/2006/relationships/hyperlink" Target="https://www.kaggle.com/bistaumanga/usps-dataset" TargetMode="External"/><Relationship Id="rId7" Type="http://schemas.openxmlformats.org/officeDocument/2006/relationships/image" Target="../media/image4.png"/><Relationship Id="rId12"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image" Target="../media/image8.png"/><Relationship Id="rId5" Type="http://schemas.openxmlformats.org/officeDocument/2006/relationships/image" Target="../media/image2.png"/><Relationship Id="rId15" Type="http://schemas.openxmlformats.org/officeDocument/2006/relationships/image" Target="../media/image12.png"/><Relationship Id="rId10" Type="http://schemas.openxmlformats.org/officeDocument/2006/relationships/image" Target="../media/image7.png"/><Relationship Id="rId4" Type="http://schemas.openxmlformats.org/officeDocument/2006/relationships/image" Target="../media/image1.png"/><Relationship Id="rId9" Type="http://schemas.openxmlformats.org/officeDocument/2006/relationships/image" Target="../media/image6.png"/><Relationship Id="rId1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DF5FB"/>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25486CF-F971-A141-B367-8FEB10657A11}"/>
              </a:ext>
            </a:extLst>
          </p:cNvPr>
          <p:cNvSpPr/>
          <p:nvPr/>
        </p:nvSpPr>
        <p:spPr>
          <a:xfrm>
            <a:off x="0" y="-415636"/>
            <a:ext cx="43891200" cy="7908848"/>
          </a:xfrm>
          <a:prstGeom prst="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E76D495-68A9-0B4D-B8C0-8B658079650F}"/>
              </a:ext>
            </a:extLst>
          </p:cNvPr>
          <p:cNvSpPr>
            <a:spLocks noGrp="1"/>
          </p:cNvSpPr>
          <p:nvPr>
            <p:ph type="ctrTitle"/>
          </p:nvPr>
        </p:nvSpPr>
        <p:spPr>
          <a:xfrm>
            <a:off x="4842162" y="200076"/>
            <a:ext cx="34206874" cy="6225992"/>
          </a:xfrm>
        </p:spPr>
        <p:txBody>
          <a:bodyPr anchor="b">
            <a:normAutofit/>
          </a:bodyPr>
          <a:lstStyle/>
          <a:p>
            <a:r>
              <a:rPr lang="en-US" sz="13400" dirty="0">
                <a:ln w="0">
                  <a:noFill/>
                </a:ln>
                <a:solidFill>
                  <a:schemeClr val="bg1"/>
                </a:solidFill>
                <a:effectLst>
                  <a:outerShdw blurRad="38100" dist="19050" dir="2700000" algn="tl" rotWithShape="0">
                    <a:schemeClr val="dk1">
                      <a:alpha val="40000"/>
                    </a:schemeClr>
                  </a:outerShdw>
                </a:effectLst>
                <a:latin typeface="Avenir Next Condensed Medium" panose="020B0506020202020204" pitchFamily="34" charset="0"/>
              </a:rPr>
              <a:t>Machine Learning: Handwritten Digit Recognition Using Singular Value Decomposition</a:t>
            </a:r>
            <a:br>
              <a:rPr lang="en-US" sz="11500" dirty="0"/>
            </a:br>
            <a:endParaRPr lang="en-US" sz="11500" dirty="0">
              <a:solidFill>
                <a:schemeClr val="bg1"/>
              </a:solidFill>
            </a:endParaRPr>
          </a:p>
        </p:txBody>
      </p:sp>
      <p:sp>
        <p:nvSpPr>
          <p:cNvPr id="3" name="Subtitle 2">
            <a:extLst>
              <a:ext uri="{FF2B5EF4-FFF2-40B4-BE49-F238E27FC236}">
                <a16:creationId xmlns:a16="http://schemas.microsoft.com/office/drawing/2014/main" id="{89F13CF0-39E1-ED4D-8249-C2416A012091}"/>
              </a:ext>
            </a:extLst>
          </p:cNvPr>
          <p:cNvSpPr>
            <a:spLocks noGrp="1"/>
          </p:cNvSpPr>
          <p:nvPr>
            <p:ph type="subTitle" idx="1"/>
          </p:nvPr>
        </p:nvSpPr>
        <p:spPr>
          <a:xfrm>
            <a:off x="4212448" y="5135528"/>
            <a:ext cx="35466301" cy="2196005"/>
          </a:xfrm>
        </p:spPr>
        <p:txBody>
          <a:bodyPr>
            <a:normAutofit fontScale="92500" lnSpcReduction="10000"/>
          </a:bodyPr>
          <a:lstStyle/>
          <a:p>
            <a:pPr>
              <a:lnSpc>
                <a:spcPct val="100000"/>
              </a:lnSpc>
              <a:spcBef>
                <a:spcPts val="0"/>
              </a:spcBef>
            </a:pPr>
            <a:r>
              <a:rPr lang="en-US" sz="6600">
                <a:solidFill>
                  <a:schemeClr val="accent3">
                    <a:lumMod val="20000"/>
                    <a:lumOff val="80000"/>
                  </a:schemeClr>
                </a:solidFill>
                <a:latin typeface="Avenir Book" panose="02000503020000020003" pitchFamily="2" charset="0"/>
              </a:rPr>
              <a:t>Webster Gordon, Justin Nichols, </a:t>
            </a:r>
            <a:r>
              <a:rPr lang="en-US" sz="6600" err="1">
                <a:solidFill>
                  <a:schemeClr val="accent3">
                    <a:lumMod val="20000"/>
                    <a:lumOff val="80000"/>
                  </a:schemeClr>
                </a:solidFill>
                <a:latin typeface="Avenir Book" panose="02000503020000020003" pitchFamily="2" charset="0"/>
              </a:rPr>
              <a:t>Mollee</a:t>
            </a:r>
            <a:r>
              <a:rPr lang="en-US" sz="6600">
                <a:solidFill>
                  <a:schemeClr val="accent3">
                    <a:lumMod val="20000"/>
                    <a:lumOff val="80000"/>
                  </a:schemeClr>
                </a:solidFill>
                <a:latin typeface="Avenir Book" panose="02000503020000020003" pitchFamily="2" charset="0"/>
              </a:rPr>
              <a:t> Swift</a:t>
            </a:r>
          </a:p>
          <a:p>
            <a:pPr>
              <a:lnSpc>
                <a:spcPct val="100000"/>
              </a:lnSpc>
              <a:spcBef>
                <a:spcPts val="0"/>
              </a:spcBef>
            </a:pPr>
            <a:r>
              <a:rPr lang="en-US" sz="4400">
                <a:solidFill>
                  <a:schemeClr val="accent3">
                    <a:lumMod val="20000"/>
                    <a:lumOff val="80000"/>
                  </a:schemeClr>
                </a:solidFill>
                <a:latin typeface="Avenir Book" panose="02000503020000020003" pitchFamily="2" charset="0"/>
              </a:rPr>
              <a:t>Overseen by: Frederic Marazzato &amp; Peter </a:t>
            </a:r>
            <a:r>
              <a:rPr lang="en-US" sz="4400" err="1">
                <a:solidFill>
                  <a:schemeClr val="accent3">
                    <a:lumMod val="20000"/>
                    <a:lumOff val="80000"/>
                  </a:schemeClr>
                </a:solidFill>
                <a:latin typeface="Avenir Book" panose="02000503020000020003" pitchFamily="2" charset="0"/>
              </a:rPr>
              <a:t>Wolenski</a:t>
            </a:r>
            <a:endParaRPr lang="en-US" sz="4400">
              <a:solidFill>
                <a:schemeClr val="accent3">
                  <a:lumMod val="20000"/>
                  <a:lumOff val="80000"/>
                </a:schemeClr>
              </a:solidFill>
              <a:latin typeface="Avenir Book" panose="02000503020000020003" pitchFamily="2" charset="0"/>
            </a:endParaRPr>
          </a:p>
          <a:p>
            <a:pPr>
              <a:lnSpc>
                <a:spcPct val="100000"/>
              </a:lnSpc>
              <a:spcBef>
                <a:spcPts val="0"/>
              </a:spcBef>
            </a:pPr>
            <a:r>
              <a:rPr lang="en-US" sz="4400">
                <a:solidFill>
                  <a:schemeClr val="accent3">
                    <a:lumMod val="20000"/>
                    <a:lumOff val="80000"/>
                  </a:schemeClr>
                </a:solidFill>
                <a:latin typeface="Avenir Book" panose="02000503020000020003" pitchFamily="2" charset="0"/>
              </a:rPr>
              <a:t>Department of Mathematics, Louisiana State University, Spring 2022</a:t>
            </a:r>
          </a:p>
        </p:txBody>
      </p:sp>
      <p:sp>
        <p:nvSpPr>
          <p:cNvPr id="8" name="Rectangle 7">
            <a:extLst>
              <a:ext uri="{FF2B5EF4-FFF2-40B4-BE49-F238E27FC236}">
                <a16:creationId xmlns:a16="http://schemas.microsoft.com/office/drawing/2014/main" id="{876DDECA-CFFD-2045-9D74-770CEA235A52}"/>
              </a:ext>
            </a:extLst>
          </p:cNvPr>
          <p:cNvSpPr/>
          <p:nvPr/>
        </p:nvSpPr>
        <p:spPr>
          <a:xfrm>
            <a:off x="1233053" y="8718601"/>
            <a:ext cx="13466618" cy="49294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5737C0B6-9296-4744-BE2A-CEAFAAE1D0CE}"/>
              </a:ext>
            </a:extLst>
          </p:cNvPr>
          <p:cNvSpPr/>
          <p:nvPr/>
        </p:nvSpPr>
        <p:spPr>
          <a:xfrm>
            <a:off x="15212290" y="8718600"/>
            <a:ext cx="13466618" cy="20999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CDFA6310-8153-9144-AFD9-4C90A293B7C1}"/>
              </a:ext>
            </a:extLst>
          </p:cNvPr>
          <p:cNvSpPr/>
          <p:nvPr/>
        </p:nvSpPr>
        <p:spPr>
          <a:xfrm>
            <a:off x="29306836" y="8757128"/>
            <a:ext cx="13466618" cy="135753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125D63B-215D-AA4F-9BB2-0325DFF12193}"/>
              </a:ext>
            </a:extLst>
          </p:cNvPr>
          <p:cNvSpPr/>
          <p:nvPr/>
        </p:nvSpPr>
        <p:spPr>
          <a:xfrm>
            <a:off x="1233053" y="8718601"/>
            <a:ext cx="13466618" cy="1002916"/>
          </a:xfrm>
          <a:prstGeom prst="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9A984CDB-6DEE-3E49-AA9F-65195D62732E}"/>
              </a:ext>
            </a:extLst>
          </p:cNvPr>
          <p:cNvSpPr/>
          <p:nvPr/>
        </p:nvSpPr>
        <p:spPr>
          <a:xfrm>
            <a:off x="1245876" y="14147930"/>
            <a:ext cx="13466618" cy="155736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ea typeface="Calibri"/>
              <a:cs typeface="Calibri"/>
            </a:endParaRPr>
          </a:p>
        </p:txBody>
      </p:sp>
      <p:sp>
        <p:nvSpPr>
          <p:cNvPr id="30" name="Rectangle 29">
            <a:extLst>
              <a:ext uri="{FF2B5EF4-FFF2-40B4-BE49-F238E27FC236}">
                <a16:creationId xmlns:a16="http://schemas.microsoft.com/office/drawing/2014/main" id="{D7409AD8-8BE9-E04A-97B8-EC2242D82A7D}"/>
              </a:ext>
            </a:extLst>
          </p:cNvPr>
          <p:cNvSpPr/>
          <p:nvPr/>
        </p:nvSpPr>
        <p:spPr>
          <a:xfrm>
            <a:off x="15212290" y="8718599"/>
            <a:ext cx="13466618" cy="1002917"/>
          </a:xfrm>
          <a:prstGeom prst="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72AC18C4-625C-B34C-A8B7-FB8A29550FAD}"/>
              </a:ext>
            </a:extLst>
          </p:cNvPr>
          <p:cNvSpPr/>
          <p:nvPr/>
        </p:nvSpPr>
        <p:spPr>
          <a:xfrm>
            <a:off x="29306836" y="8720920"/>
            <a:ext cx="13466618" cy="1002917"/>
          </a:xfrm>
          <a:prstGeom prst="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Subtitle 2">
            <a:extLst>
              <a:ext uri="{FF2B5EF4-FFF2-40B4-BE49-F238E27FC236}">
                <a16:creationId xmlns:a16="http://schemas.microsoft.com/office/drawing/2014/main" id="{B2D85A08-3482-0A42-97C8-ACF5076C1049}"/>
              </a:ext>
            </a:extLst>
          </p:cNvPr>
          <p:cNvSpPr txBox="1">
            <a:spLocks/>
          </p:cNvSpPr>
          <p:nvPr/>
        </p:nvSpPr>
        <p:spPr>
          <a:xfrm>
            <a:off x="1233054" y="8876003"/>
            <a:ext cx="13466617" cy="859093"/>
          </a:xfrm>
          <a:prstGeom prst="rect">
            <a:avLst/>
          </a:prstGeom>
        </p:spPr>
        <p:txBody>
          <a:bodyPr vert="horz" lIns="91440" tIns="45720" rIns="91440" bIns="45720" rtlCol="0">
            <a:normAutofit lnSpcReduction="10000"/>
          </a:bodyPr>
          <a:lstStyle>
            <a:lvl1pPr marL="0" indent="0" algn="ctr" defTabSz="4145250" rtl="0" eaLnBrk="1" latinLnBrk="0" hangingPunct="1">
              <a:lnSpc>
                <a:spcPct val="90000"/>
              </a:lnSpc>
              <a:spcBef>
                <a:spcPts val="4533"/>
              </a:spcBef>
              <a:buFont typeface="Arial" panose="020B0604020202020204" pitchFamily="34" charset="0"/>
              <a:buNone/>
              <a:defRPr sz="10880" kern="1200">
                <a:solidFill>
                  <a:schemeClr val="tx1"/>
                </a:solidFill>
                <a:latin typeface="+mn-lt"/>
                <a:ea typeface="+mn-ea"/>
                <a:cs typeface="+mn-cs"/>
              </a:defRPr>
            </a:lvl1pPr>
            <a:lvl2pPr marL="2072625" indent="0" algn="ctr" defTabSz="4145250" rtl="0" eaLnBrk="1" latinLnBrk="0" hangingPunct="1">
              <a:lnSpc>
                <a:spcPct val="90000"/>
              </a:lnSpc>
              <a:spcBef>
                <a:spcPts val="2267"/>
              </a:spcBef>
              <a:buFont typeface="Arial" panose="020B0604020202020204" pitchFamily="34" charset="0"/>
              <a:buNone/>
              <a:defRPr sz="9067" kern="1200">
                <a:solidFill>
                  <a:schemeClr val="tx1"/>
                </a:solidFill>
                <a:latin typeface="+mn-lt"/>
                <a:ea typeface="+mn-ea"/>
                <a:cs typeface="+mn-cs"/>
              </a:defRPr>
            </a:lvl2pPr>
            <a:lvl3pPr marL="4145250" indent="0" algn="ctr" defTabSz="4145250" rtl="0" eaLnBrk="1" latinLnBrk="0" hangingPunct="1">
              <a:lnSpc>
                <a:spcPct val="90000"/>
              </a:lnSpc>
              <a:spcBef>
                <a:spcPts val="2267"/>
              </a:spcBef>
              <a:buFont typeface="Arial" panose="020B0604020202020204" pitchFamily="34" charset="0"/>
              <a:buNone/>
              <a:defRPr sz="8160" kern="1200">
                <a:solidFill>
                  <a:schemeClr val="tx1"/>
                </a:solidFill>
                <a:latin typeface="+mn-lt"/>
                <a:ea typeface="+mn-ea"/>
                <a:cs typeface="+mn-cs"/>
              </a:defRPr>
            </a:lvl3pPr>
            <a:lvl4pPr marL="6217874" indent="0" algn="ctr" defTabSz="4145250" rtl="0" eaLnBrk="1" latinLnBrk="0" hangingPunct="1">
              <a:lnSpc>
                <a:spcPct val="90000"/>
              </a:lnSpc>
              <a:spcBef>
                <a:spcPts val="2267"/>
              </a:spcBef>
              <a:buFont typeface="Arial" panose="020B0604020202020204" pitchFamily="34" charset="0"/>
              <a:buNone/>
              <a:defRPr sz="7253" kern="1200">
                <a:solidFill>
                  <a:schemeClr val="tx1"/>
                </a:solidFill>
                <a:latin typeface="+mn-lt"/>
                <a:ea typeface="+mn-ea"/>
                <a:cs typeface="+mn-cs"/>
              </a:defRPr>
            </a:lvl4pPr>
            <a:lvl5pPr marL="8290499" indent="0" algn="ctr" defTabSz="4145250" rtl="0" eaLnBrk="1" latinLnBrk="0" hangingPunct="1">
              <a:lnSpc>
                <a:spcPct val="90000"/>
              </a:lnSpc>
              <a:spcBef>
                <a:spcPts val="2267"/>
              </a:spcBef>
              <a:buFont typeface="Arial" panose="020B0604020202020204" pitchFamily="34" charset="0"/>
              <a:buNone/>
              <a:defRPr sz="7253" kern="1200">
                <a:solidFill>
                  <a:schemeClr val="tx1"/>
                </a:solidFill>
                <a:latin typeface="+mn-lt"/>
                <a:ea typeface="+mn-ea"/>
                <a:cs typeface="+mn-cs"/>
              </a:defRPr>
            </a:lvl5pPr>
            <a:lvl6pPr marL="10363124" indent="0" algn="ctr" defTabSz="4145250" rtl="0" eaLnBrk="1" latinLnBrk="0" hangingPunct="1">
              <a:lnSpc>
                <a:spcPct val="90000"/>
              </a:lnSpc>
              <a:spcBef>
                <a:spcPts val="2267"/>
              </a:spcBef>
              <a:buFont typeface="Arial" panose="020B0604020202020204" pitchFamily="34" charset="0"/>
              <a:buNone/>
              <a:defRPr sz="7253" kern="1200">
                <a:solidFill>
                  <a:schemeClr val="tx1"/>
                </a:solidFill>
                <a:latin typeface="+mn-lt"/>
                <a:ea typeface="+mn-ea"/>
                <a:cs typeface="+mn-cs"/>
              </a:defRPr>
            </a:lvl6pPr>
            <a:lvl7pPr marL="12435749" indent="0" algn="ctr" defTabSz="4145250" rtl="0" eaLnBrk="1" latinLnBrk="0" hangingPunct="1">
              <a:lnSpc>
                <a:spcPct val="90000"/>
              </a:lnSpc>
              <a:spcBef>
                <a:spcPts val="2267"/>
              </a:spcBef>
              <a:buFont typeface="Arial" panose="020B0604020202020204" pitchFamily="34" charset="0"/>
              <a:buNone/>
              <a:defRPr sz="7253" kern="1200">
                <a:solidFill>
                  <a:schemeClr val="tx1"/>
                </a:solidFill>
                <a:latin typeface="+mn-lt"/>
                <a:ea typeface="+mn-ea"/>
                <a:cs typeface="+mn-cs"/>
              </a:defRPr>
            </a:lvl7pPr>
            <a:lvl8pPr marL="14508373" indent="0" algn="ctr" defTabSz="4145250" rtl="0" eaLnBrk="1" latinLnBrk="0" hangingPunct="1">
              <a:lnSpc>
                <a:spcPct val="90000"/>
              </a:lnSpc>
              <a:spcBef>
                <a:spcPts val="2267"/>
              </a:spcBef>
              <a:buFont typeface="Arial" panose="020B0604020202020204" pitchFamily="34" charset="0"/>
              <a:buNone/>
              <a:defRPr sz="7253" kern="1200">
                <a:solidFill>
                  <a:schemeClr val="tx1"/>
                </a:solidFill>
                <a:latin typeface="+mn-lt"/>
                <a:ea typeface="+mn-ea"/>
                <a:cs typeface="+mn-cs"/>
              </a:defRPr>
            </a:lvl8pPr>
            <a:lvl9pPr marL="16580998" indent="0" algn="ctr" defTabSz="4145250" rtl="0" eaLnBrk="1" latinLnBrk="0" hangingPunct="1">
              <a:lnSpc>
                <a:spcPct val="90000"/>
              </a:lnSpc>
              <a:spcBef>
                <a:spcPts val="2267"/>
              </a:spcBef>
              <a:buFont typeface="Arial" panose="020B0604020202020204" pitchFamily="34" charset="0"/>
              <a:buNone/>
              <a:defRPr sz="7253" kern="1200">
                <a:solidFill>
                  <a:schemeClr val="tx1"/>
                </a:solidFill>
                <a:latin typeface="+mn-lt"/>
                <a:ea typeface="+mn-ea"/>
                <a:cs typeface="+mn-cs"/>
              </a:defRPr>
            </a:lvl9pPr>
          </a:lstStyle>
          <a:p>
            <a:pPr>
              <a:lnSpc>
                <a:spcPct val="100000"/>
              </a:lnSpc>
              <a:spcBef>
                <a:spcPts val="0"/>
              </a:spcBef>
            </a:pPr>
            <a:r>
              <a:rPr lang="en-US" sz="5400">
                <a:solidFill>
                  <a:schemeClr val="accent3">
                    <a:lumMod val="20000"/>
                    <a:lumOff val="80000"/>
                  </a:schemeClr>
                </a:solidFill>
                <a:latin typeface="Avenir Book" panose="02000503020000020003" pitchFamily="2" charset="0"/>
              </a:rPr>
              <a:t>Introduction</a:t>
            </a:r>
          </a:p>
        </p:txBody>
      </p:sp>
      <p:sp>
        <p:nvSpPr>
          <p:cNvPr id="35" name="Subtitle 2">
            <a:extLst>
              <a:ext uri="{FF2B5EF4-FFF2-40B4-BE49-F238E27FC236}">
                <a16:creationId xmlns:a16="http://schemas.microsoft.com/office/drawing/2014/main" id="{116E971A-F665-3D4C-B6CA-E73F12785309}"/>
              </a:ext>
            </a:extLst>
          </p:cNvPr>
          <p:cNvSpPr txBox="1">
            <a:spLocks/>
          </p:cNvSpPr>
          <p:nvPr/>
        </p:nvSpPr>
        <p:spPr>
          <a:xfrm>
            <a:off x="15202394" y="8807045"/>
            <a:ext cx="13466617" cy="1256674"/>
          </a:xfrm>
          <a:prstGeom prst="rect">
            <a:avLst/>
          </a:prstGeom>
        </p:spPr>
        <p:txBody>
          <a:bodyPr vert="horz" lIns="91440" tIns="45720" rIns="91440" bIns="45720" rtlCol="0">
            <a:normAutofit/>
          </a:bodyPr>
          <a:lstStyle>
            <a:lvl1pPr marL="0" indent="0" algn="ctr" defTabSz="4145250" rtl="0" eaLnBrk="1" latinLnBrk="0" hangingPunct="1">
              <a:lnSpc>
                <a:spcPct val="90000"/>
              </a:lnSpc>
              <a:spcBef>
                <a:spcPts val="4533"/>
              </a:spcBef>
              <a:buFont typeface="Arial" panose="020B0604020202020204" pitchFamily="34" charset="0"/>
              <a:buNone/>
              <a:defRPr sz="10880" kern="1200">
                <a:solidFill>
                  <a:schemeClr val="tx1"/>
                </a:solidFill>
                <a:latin typeface="+mn-lt"/>
                <a:ea typeface="+mn-ea"/>
                <a:cs typeface="+mn-cs"/>
              </a:defRPr>
            </a:lvl1pPr>
            <a:lvl2pPr marL="2072625" indent="0" algn="ctr" defTabSz="4145250" rtl="0" eaLnBrk="1" latinLnBrk="0" hangingPunct="1">
              <a:lnSpc>
                <a:spcPct val="90000"/>
              </a:lnSpc>
              <a:spcBef>
                <a:spcPts val="2267"/>
              </a:spcBef>
              <a:buFont typeface="Arial" panose="020B0604020202020204" pitchFamily="34" charset="0"/>
              <a:buNone/>
              <a:defRPr sz="9067" kern="1200">
                <a:solidFill>
                  <a:schemeClr val="tx1"/>
                </a:solidFill>
                <a:latin typeface="+mn-lt"/>
                <a:ea typeface="+mn-ea"/>
                <a:cs typeface="+mn-cs"/>
              </a:defRPr>
            </a:lvl2pPr>
            <a:lvl3pPr marL="4145250" indent="0" algn="ctr" defTabSz="4145250" rtl="0" eaLnBrk="1" latinLnBrk="0" hangingPunct="1">
              <a:lnSpc>
                <a:spcPct val="90000"/>
              </a:lnSpc>
              <a:spcBef>
                <a:spcPts val="2267"/>
              </a:spcBef>
              <a:buFont typeface="Arial" panose="020B0604020202020204" pitchFamily="34" charset="0"/>
              <a:buNone/>
              <a:defRPr sz="8160" kern="1200">
                <a:solidFill>
                  <a:schemeClr val="tx1"/>
                </a:solidFill>
                <a:latin typeface="+mn-lt"/>
                <a:ea typeface="+mn-ea"/>
                <a:cs typeface="+mn-cs"/>
              </a:defRPr>
            </a:lvl3pPr>
            <a:lvl4pPr marL="6217874" indent="0" algn="ctr" defTabSz="4145250" rtl="0" eaLnBrk="1" latinLnBrk="0" hangingPunct="1">
              <a:lnSpc>
                <a:spcPct val="90000"/>
              </a:lnSpc>
              <a:spcBef>
                <a:spcPts val="2267"/>
              </a:spcBef>
              <a:buFont typeface="Arial" panose="020B0604020202020204" pitchFamily="34" charset="0"/>
              <a:buNone/>
              <a:defRPr sz="7253" kern="1200">
                <a:solidFill>
                  <a:schemeClr val="tx1"/>
                </a:solidFill>
                <a:latin typeface="+mn-lt"/>
                <a:ea typeface="+mn-ea"/>
                <a:cs typeface="+mn-cs"/>
              </a:defRPr>
            </a:lvl4pPr>
            <a:lvl5pPr marL="8290499" indent="0" algn="ctr" defTabSz="4145250" rtl="0" eaLnBrk="1" latinLnBrk="0" hangingPunct="1">
              <a:lnSpc>
                <a:spcPct val="90000"/>
              </a:lnSpc>
              <a:spcBef>
                <a:spcPts val="2267"/>
              </a:spcBef>
              <a:buFont typeface="Arial" panose="020B0604020202020204" pitchFamily="34" charset="0"/>
              <a:buNone/>
              <a:defRPr sz="7253" kern="1200">
                <a:solidFill>
                  <a:schemeClr val="tx1"/>
                </a:solidFill>
                <a:latin typeface="+mn-lt"/>
                <a:ea typeface="+mn-ea"/>
                <a:cs typeface="+mn-cs"/>
              </a:defRPr>
            </a:lvl5pPr>
            <a:lvl6pPr marL="10363124" indent="0" algn="ctr" defTabSz="4145250" rtl="0" eaLnBrk="1" latinLnBrk="0" hangingPunct="1">
              <a:lnSpc>
                <a:spcPct val="90000"/>
              </a:lnSpc>
              <a:spcBef>
                <a:spcPts val="2267"/>
              </a:spcBef>
              <a:buFont typeface="Arial" panose="020B0604020202020204" pitchFamily="34" charset="0"/>
              <a:buNone/>
              <a:defRPr sz="7253" kern="1200">
                <a:solidFill>
                  <a:schemeClr val="tx1"/>
                </a:solidFill>
                <a:latin typeface="+mn-lt"/>
                <a:ea typeface="+mn-ea"/>
                <a:cs typeface="+mn-cs"/>
              </a:defRPr>
            </a:lvl6pPr>
            <a:lvl7pPr marL="12435749" indent="0" algn="ctr" defTabSz="4145250" rtl="0" eaLnBrk="1" latinLnBrk="0" hangingPunct="1">
              <a:lnSpc>
                <a:spcPct val="90000"/>
              </a:lnSpc>
              <a:spcBef>
                <a:spcPts val="2267"/>
              </a:spcBef>
              <a:buFont typeface="Arial" panose="020B0604020202020204" pitchFamily="34" charset="0"/>
              <a:buNone/>
              <a:defRPr sz="7253" kern="1200">
                <a:solidFill>
                  <a:schemeClr val="tx1"/>
                </a:solidFill>
                <a:latin typeface="+mn-lt"/>
                <a:ea typeface="+mn-ea"/>
                <a:cs typeface="+mn-cs"/>
              </a:defRPr>
            </a:lvl7pPr>
            <a:lvl8pPr marL="14508373" indent="0" algn="ctr" defTabSz="4145250" rtl="0" eaLnBrk="1" latinLnBrk="0" hangingPunct="1">
              <a:lnSpc>
                <a:spcPct val="90000"/>
              </a:lnSpc>
              <a:spcBef>
                <a:spcPts val="2267"/>
              </a:spcBef>
              <a:buFont typeface="Arial" panose="020B0604020202020204" pitchFamily="34" charset="0"/>
              <a:buNone/>
              <a:defRPr sz="7253" kern="1200">
                <a:solidFill>
                  <a:schemeClr val="tx1"/>
                </a:solidFill>
                <a:latin typeface="+mn-lt"/>
                <a:ea typeface="+mn-ea"/>
                <a:cs typeface="+mn-cs"/>
              </a:defRPr>
            </a:lvl8pPr>
            <a:lvl9pPr marL="16580998" indent="0" algn="ctr" defTabSz="4145250" rtl="0" eaLnBrk="1" latinLnBrk="0" hangingPunct="1">
              <a:lnSpc>
                <a:spcPct val="90000"/>
              </a:lnSpc>
              <a:spcBef>
                <a:spcPts val="2267"/>
              </a:spcBef>
              <a:buFont typeface="Arial" panose="020B0604020202020204" pitchFamily="34" charset="0"/>
              <a:buNone/>
              <a:defRPr sz="7253" kern="1200">
                <a:solidFill>
                  <a:schemeClr val="tx1"/>
                </a:solidFill>
                <a:latin typeface="+mn-lt"/>
                <a:ea typeface="+mn-ea"/>
                <a:cs typeface="+mn-cs"/>
              </a:defRPr>
            </a:lvl9pPr>
          </a:lstStyle>
          <a:p>
            <a:pPr>
              <a:lnSpc>
                <a:spcPct val="100000"/>
              </a:lnSpc>
              <a:spcBef>
                <a:spcPts val="0"/>
              </a:spcBef>
            </a:pPr>
            <a:r>
              <a:rPr lang="en-US" sz="5400">
                <a:solidFill>
                  <a:schemeClr val="accent3">
                    <a:lumMod val="20000"/>
                    <a:lumOff val="80000"/>
                  </a:schemeClr>
                </a:solidFill>
                <a:latin typeface="Avenir Book" panose="02000503020000020003" pitchFamily="2" charset="0"/>
              </a:rPr>
              <a:t>Methods</a:t>
            </a:r>
          </a:p>
        </p:txBody>
      </p:sp>
      <p:sp>
        <p:nvSpPr>
          <p:cNvPr id="38" name="Subtitle 2">
            <a:extLst>
              <a:ext uri="{FF2B5EF4-FFF2-40B4-BE49-F238E27FC236}">
                <a16:creationId xmlns:a16="http://schemas.microsoft.com/office/drawing/2014/main" id="{12B9EA33-F480-E844-96E9-0DA7F67F249B}"/>
              </a:ext>
            </a:extLst>
          </p:cNvPr>
          <p:cNvSpPr txBox="1">
            <a:spLocks/>
          </p:cNvSpPr>
          <p:nvPr/>
        </p:nvSpPr>
        <p:spPr>
          <a:xfrm>
            <a:off x="29191528" y="8821237"/>
            <a:ext cx="13466617" cy="1256674"/>
          </a:xfrm>
          <a:prstGeom prst="rect">
            <a:avLst/>
          </a:prstGeom>
        </p:spPr>
        <p:txBody>
          <a:bodyPr vert="horz" lIns="91440" tIns="45720" rIns="91440" bIns="45720" rtlCol="0">
            <a:normAutofit/>
          </a:bodyPr>
          <a:lstStyle>
            <a:lvl1pPr marL="0" indent="0" algn="ctr" defTabSz="4145250" rtl="0" eaLnBrk="1" latinLnBrk="0" hangingPunct="1">
              <a:lnSpc>
                <a:spcPct val="90000"/>
              </a:lnSpc>
              <a:spcBef>
                <a:spcPts val="4533"/>
              </a:spcBef>
              <a:buFont typeface="Arial" panose="020B0604020202020204" pitchFamily="34" charset="0"/>
              <a:buNone/>
              <a:defRPr sz="10880" kern="1200">
                <a:solidFill>
                  <a:schemeClr val="tx1"/>
                </a:solidFill>
                <a:latin typeface="+mn-lt"/>
                <a:ea typeface="+mn-ea"/>
                <a:cs typeface="+mn-cs"/>
              </a:defRPr>
            </a:lvl1pPr>
            <a:lvl2pPr marL="2072625" indent="0" algn="ctr" defTabSz="4145250" rtl="0" eaLnBrk="1" latinLnBrk="0" hangingPunct="1">
              <a:lnSpc>
                <a:spcPct val="90000"/>
              </a:lnSpc>
              <a:spcBef>
                <a:spcPts val="2267"/>
              </a:spcBef>
              <a:buFont typeface="Arial" panose="020B0604020202020204" pitchFamily="34" charset="0"/>
              <a:buNone/>
              <a:defRPr sz="9067" kern="1200">
                <a:solidFill>
                  <a:schemeClr val="tx1"/>
                </a:solidFill>
                <a:latin typeface="+mn-lt"/>
                <a:ea typeface="+mn-ea"/>
                <a:cs typeface="+mn-cs"/>
              </a:defRPr>
            </a:lvl2pPr>
            <a:lvl3pPr marL="4145250" indent="0" algn="ctr" defTabSz="4145250" rtl="0" eaLnBrk="1" latinLnBrk="0" hangingPunct="1">
              <a:lnSpc>
                <a:spcPct val="90000"/>
              </a:lnSpc>
              <a:spcBef>
                <a:spcPts val="2267"/>
              </a:spcBef>
              <a:buFont typeface="Arial" panose="020B0604020202020204" pitchFamily="34" charset="0"/>
              <a:buNone/>
              <a:defRPr sz="8160" kern="1200">
                <a:solidFill>
                  <a:schemeClr val="tx1"/>
                </a:solidFill>
                <a:latin typeface="+mn-lt"/>
                <a:ea typeface="+mn-ea"/>
                <a:cs typeface="+mn-cs"/>
              </a:defRPr>
            </a:lvl3pPr>
            <a:lvl4pPr marL="6217874" indent="0" algn="ctr" defTabSz="4145250" rtl="0" eaLnBrk="1" latinLnBrk="0" hangingPunct="1">
              <a:lnSpc>
                <a:spcPct val="90000"/>
              </a:lnSpc>
              <a:spcBef>
                <a:spcPts val="2267"/>
              </a:spcBef>
              <a:buFont typeface="Arial" panose="020B0604020202020204" pitchFamily="34" charset="0"/>
              <a:buNone/>
              <a:defRPr sz="7253" kern="1200">
                <a:solidFill>
                  <a:schemeClr val="tx1"/>
                </a:solidFill>
                <a:latin typeface="+mn-lt"/>
                <a:ea typeface="+mn-ea"/>
                <a:cs typeface="+mn-cs"/>
              </a:defRPr>
            </a:lvl4pPr>
            <a:lvl5pPr marL="8290499" indent="0" algn="ctr" defTabSz="4145250" rtl="0" eaLnBrk="1" latinLnBrk="0" hangingPunct="1">
              <a:lnSpc>
                <a:spcPct val="90000"/>
              </a:lnSpc>
              <a:spcBef>
                <a:spcPts val="2267"/>
              </a:spcBef>
              <a:buFont typeface="Arial" panose="020B0604020202020204" pitchFamily="34" charset="0"/>
              <a:buNone/>
              <a:defRPr sz="7253" kern="1200">
                <a:solidFill>
                  <a:schemeClr val="tx1"/>
                </a:solidFill>
                <a:latin typeface="+mn-lt"/>
                <a:ea typeface="+mn-ea"/>
                <a:cs typeface="+mn-cs"/>
              </a:defRPr>
            </a:lvl5pPr>
            <a:lvl6pPr marL="10363124" indent="0" algn="ctr" defTabSz="4145250" rtl="0" eaLnBrk="1" latinLnBrk="0" hangingPunct="1">
              <a:lnSpc>
                <a:spcPct val="90000"/>
              </a:lnSpc>
              <a:spcBef>
                <a:spcPts val="2267"/>
              </a:spcBef>
              <a:buFont typeface="Arial" panose="020B0604020202020204" pitchFamily="34" charset="0"/>
              <a:buNone/>
              <a:defRPr sz="7253" kern="1200">
                <a:solidFill>
                  <a:schemeClr val="tx1"/>
                </a:solidFill>
                <a:latin typeface="+mn-lt"/>
                <a:ea typeface="+mn-ea"/>
                <a:cs typeface="+mn-cs"/>
              </a:defRPr>
            </a:lvl6pPr>
            <a:lvl7pPr marL="12435749" indent="0" algn="ctr" defTabSz="4145250" rtl="0" eaLnBrk="1" latinLnBrk="0" hangingPunct="1">
              <a:lnSpc>
                <a:spcPct val="90000"/>
              </a:lnSpc>
              <a:spcBef>
                <a:spcPts val="2267"/>
              </a:spcBef>
              <a:buFont typeface="Arial" panose="020B0604020202020204" pitchFamily="34" charset="0"/>
              <a:buNone/>
              <a:defRPr sz="7253" kern="1200">
                <a:solidFill>
                  <a:schemeClr val="tx1"/>
                </a:solidFill>
                <a:latin typeface="+mn-lt"/>
                <a:ea typeface="+mn-ea"/>
                <a:cs typeface="+mn-cs"/>
              </a:defRPr>
            </a:lvl7pPr>
            <a:lvl8pPr marL="14508373" indent="0" algn="ctr" defTabSz="4145250" rtl="0" eaLnBrk="1" latinLnBrk="0" hangingPunct="1">
              <a:lnSpc>
                <a:spcPct val="90000"/>
              </a:lnSpc>
              <a:spcBef>
                <a:spcPts val="2267"/>
              </a:spcBef>
              <a:buFont typeface="Arial" panose="020B0604020202020204" pitchFamily="34" charset="0"/>
              <a:buNone/>
              <a:defRPr sz="7253" kern="1200">
                <a:solidFill>
                  <a:schemeClr val="tx1"/>
                </a:solidFill>
                <a:latin typeface="+mn-lt"/>
                <a:ea typeface="+mn-ea"/>
                <a:cs typeface="+mn-cs"/>
              </a:defRPr>
            </a:lvl8pPr>
            <a:lvl9pPr marL="16580998" indent="0" algn="ctr" defTabSz="4145250" rtl="0" eaLnBrk="1" latinLnBrk="0" hangingPunct="1">
              <a:lnSpc>
                <a:spcPct val="90000"/>
              </a:lnSpc>
              <a:spcBef>
                <a:spcPts val="2267"/>
              </a:spcBef>
              <a:buFont typeface="Arial" panose="020B0604020202020204" pitchFamily="34" charset="0"/>
              <a:buNone/>
              <a:defRPr sz="7253" kern="1200">
                <a:solidFill>
                  <a:schemeClr val="tx1"/>
                </a:solidFill>
                <a:latin typeface="+mn-lt"/>
                <a:ea typeface="+mn-ea"/>
                <a:cs typeface="+mn-cs"/>
              </a:defRPr>
            </a:lvl9pPr>
          </a:lstStyle>
          <a:p>
            <a:pPr>
              <a:lnSpc>
                <a:spcPct val="100000"/>
              </a:lnSpc>
              <a:spcBef>
                <a:spcPts val="0"/>
              </a:spcBef>
            </a:pPr>
            <a:r>
              <a:rPr lang="en-US" sz="5400">
                <a:solidFill>
                  <a:schemeClr val="accent3">
                    <a:lumMod val="20000"/>
                    <a:lumOff val="80000"/>
                  </a:schemeClr>
                </a:solidFill>
                <a:latin typeface="Avenir Book" panose="02000503020000020003" pitchFamily="2" charset="0"/>
              </a:rPr>
              <a:t>Results</a:t>
            </a:r>
          </a:p>
        </p:txBody>
      </p:sp>
      <p:sp>
        <p:nvSpPr>
          <p:cNvPr id="39" name="Rectangle 38">
            <a:extLst>
              <a:ext uri="{FF2B5EF4-FFF2-40B4-BE49-F238E27FC236}">
                <a16:creationId xmlns:a16="http://schemas.microsoft.com/office/drawing/2014/main" id="{5D067D63-C0EC-2F41-B7FB-618E3138CA62}"/>
              </a:ext>
            </a:extLst>
          </p:cNvPr>
          <p:cNvSpPr/>
          <p:nvPr/>
        </p:nvSpPr>
        <p:spPr>
          <a:xfrm>
            <a:off x="29175874" y="22899404"/>
            <a:ext cx="13466618" cy="56647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ADBAAA05-74F0-394F-8511-F20F326C7CAD}"/>
              </a:ext>
            </a:extLst>
          </p:cNvPr>
          <p:cNvSpPr/>
          <p:nvPr/>
        </p:nvSpPr>
        <p:spPr>
          <a:xfrm>
            <a:off x="29175874" y="22899405"/>
            <a:ext cx="13466618" cy="971388"/>
          </a:xfrm>
          <a:prstGeom prst="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Subtitle 2">
            <a:extLst>
              <a:ext uri="{FF2B5EF4-FFF2-40B4-BE49-F238E27FC236}">
                <a16:creationId xmlns:a16="http://schemas.microsoft.com/office/drawing/2014/main" id="{3D5C1E35-99B1-FE4B-9F4E-21F5D7E6DCFA}"/>
              </a:ext>
            </a:extLst>
          </p:cNvPr>
          <p:cNvSpPr txBox="1">
            <a:spLocks/>
          </p:cNvSpPr>
          <p:nvPr/>
        </p:nvSpPr>
        <p:spPr>
          <a:xfrm>
            <a:off x="29175875" y="23006007"/>
            <a:ext cx="13466617" cy="1256674"/>
          </a:xfrm>
          <a:prstGeom prst="rect">
            <a:avLst/>
          </a:prstGeom>
        </p:spPr>
        <p:txBody>
          <a:bodyPr vert="horz" lIns="91440" tIns="45720" rIns="91440" bIns="45720" rtlCol="0">
            <a:normAutofit/>
          </a:bodyPr>
          <a:lstStyle>
            <a:lvl1pPr marL="0" indent="0" algn="ctr" defTabSz="4145250" rtl="0" eaLnBrk="1" latinLnBrk="0" hangingPunct="1">
              <a:lnSpc>
                <a:spcPct val="90000"/>
              </a:lnSpc>
              <a:spcBef>
                <a:spcPts val="4533"/>
              </a:spcBef>
              <a:buFont typeface="Arial" panose="020B0604020202020204" pitchFamily="34" charset="0"/>
              <a:buNone/>
              <a:defRPr sz="10880" kern="1200">
                <a:solidFill>
                  <a:schemeClr val="tx1"/>
                </a:solidFill>
                <a:latin typeface="+mn-lt"/>
                <a:ea typeface="+mn-ea"/>
                <a:cs typeface="+mn-cs"/>
              </a:defRPr>
            </a:lvl1pPr>
            <a:lvl2pPr marL="2072625" indent="0" algn="ctr" defTabSz="4145250" rtl="0" eaLnBrk="1" latinLnBrk="0" hangingPunct="1">
              <a:lnSpc>
                <a:spcPct val="90000"/>
              </a:lnSpc>
              <a:spcBef>
                <a:spcPts val="2267"/>
              </a:spcBef>
              <a:buFont typeface="Arial" panose="020B0604020202020204" pitchFamily="34" charset="0"/>
              <a:buNone/>
              <a:defRPr sz="9067" kern="1200">
                <a:solidFill>
                  <a:schemeClr val="tx1"/>
                </a:solidFill>
                <a:latin typeface="+mn-lt"/>
                <a:ea typeface="+mn-ea"/>
                <a:cs typeface="+mn-cs"/>
              </a:defRPr>
            </a:lvl2pPr>
            <a:lvl3pPr marL="4145250" indent="0" algn="ctr" defTabSz="4145250" rtl="0" eaLnBrk="1" latinLnBrk="0" hangingPunct="1">
              <a:lnSpc>
                <a:spcPct val="90000"/>
              </a:lnSpc>
              <a:spcBef>
                <a:spcPts val="2267"/>
              </a:spcBef>
              <a:buFont typeface="Arial" panose="020B0604020202020204" pitchFamily="34" charset="0"/>
              <a:buNone/>
              <a:defRPr sz="8160" kern="1200">
                <a:solidFill>
                  <a:schemeClr val="tx1"/>
                </a:solidFill>
                <a:latin typeface="+mn-lt"/>
                <a:ea typeface="+mn-ea"/>
                <a:cs typeface="+mn-cs"/>
              </a:defRPr>
            </a:lvl3pPr>
            <a:lvl4pPr marL="6217874" indent="0" algn="ctr" defTabSz="4145250" rtl="0" eaLnBrk="1" latinLnBrk="0" hangingPunct="1">
              <a:lnSpc>
                <a:spcPct val="90000"/>
              </a:lnSpc>
              <a:spcBef>
                <a:spcPts val="2267"/>
              </a:spcBef>
              <a:buFont typeface="Arial" panose="020B0604020202020204" pitchFamily="34" charset="0"/>
              <a:buNone/>
              <a:defRPr sz="7253" kern="1200">
                <a:solidFill>
                  <a:schemeClr val="tx1"/>
                </a:solidFill>
                <a:latin typeface="+mn-lt"/>
                <a:ea typeface="+mn-ea"/>
                <a:cs typeface="+mn-cs"/>
              </a:defRPr>
            </a:lvl4pPr>
            <a:lvl5pPr marL="8290499" indent="0" algn="ctr" defTabSz="4145250" rtl="0" eaLnBrk="1" latinLnBrk="0" hangingPunct="1">
              <a:lnSpc>
                <a:spcPct val="90000"/>
              </a:lnSpc>
              <a:spcBef>
                <a:spcPts val="2267"/>
              </a:spcBef>
              <a:buFont typeface="Arial" panose="020B0604020202020204" pitchFamily="34" charset="0"/>
              <a:buNone/>
              <a:defRPr sz="7253" kern="1200">
                <a:solidFill>
                  <a:schemeClr val="tx1"/>
                </a:solidFill>
                <a:latin typeface="+mn-lt"/>
                <a:ea typeface="+mn-ea"/>
                <a:cs typeface="+mn-cs"/>
              </a:defRPr>
            </a:lvl5pPr>
            <a:lvl6pPr marL="10363124" indent="0" algn="ctr" defTabSz="4145250" rtl="0" eaLnBrk="1" latinLnBrk="0" hangingPunct="1">
              <a:lnSpc>
                <a:spcPct val="90000"/>
              </a:lnSpc>
              <a:spcBef>
                <a:spcPts val="2267"/>
              </a:spcBef>
              <a:buFont typeface="Arial" panose="020B0604020202020204" pitchFamily="34" charset="0"/>
              <a:buNone/>
              <a:defRPr sz="7253" kern="1200">
                <a:solidFill>
                  <a:schemeClr val="tx1"/>
                </a:solidFill>
                <a:latin typeface="+mn-lt"/>
                <a:ea typeface="+mn-ea"/>
                <a:cs typeface="+mn-cs"/>
              </a:defRPr>
            </a:lvl6pPr>
            <a:lvl7pPr marL="12435749" indent="0" algn="ctr" defTabSz="4145250" rtl="0" eaLnBrk="1" latinLnBrk="0" hangingPunct="1">
              <a:lnSpc>
                <a:spcPct val="90000"/>
              </a:lnSpc>
              <a:spcBef>
                <a:spcPts val="2267"/>
              </a:spcBef>
              <a:buFont typeface="Arial" panose="020B0604020202020204" pitchFamily="34" charset="0"/>
              <a:buNone/>
              <a:defRPr sz="7253" kern="1200">
                <a:solidFill>
                  <a:schemeClr val="tx1"/>
                </a:solidFill>
                <a:latin typeface="+mn-lt"/>
                <a:ea typeface="+mn-ea"/>
                <a:cs typeface="+mn-cs"/>
              </a:defRPr>
            </a:lvl7pPr>
            <a:lvl8pPr marL="14508373" indent="0" algn="ctr" defTabSz="4145250" rtl="0" eaLnBrk="1" latinLnBrk="0" hangingPunct="1">
              <a:lnSpc>
                <a:spcPct val="90000"/>
              </a:lnSpc>
              <a:spcBef>
                <a:spcPts val="2267"/>
              </a:spcBef>
              <a:buFont typeface="Arial" panose="020B0604020202020204" pitchFamily="34" charset="0"/>
              <a:buNone/>
              <a:defRPr sz="7253" kern="1200">
                <a:solidFill>
                  <a:schemeClr val="tx1"/>
                </a:solidFill>
                <a:latin typeface="+mn-lt"/>
                <a:ea typeface="+mn-ea"/>
                <a:cs typeface="+mn-cs"/>
              </a:defRPr>
            </a:lvl8pPr>
            <a:lvl9pPr marL="16580998" indent="0" algn="ctr" defTabSz="4145250" rtl="0" eaLnBrk="1" latinLnBrk="0" hangingPunct="1">
              <a:lnSpc>
                <a:spcPct val="90000"/>
              </a:lnSpc>
              <a:spcBef>
                <a:spcPts val="2267"/>
              </a:spcBef>
              <a:buFont typeface="Arial" panose="020B0604020202020204" pitchFamily="34" charset="0"/>
              <a:buNone/>
              <a:defRPr sz="7253" kern="1200">
                <a:solidFill>
                  <a:schemeClr val="tx1"/>
                </a:solidFill>
                <a:latin typeface="+mn-lt"/>
                <a:ea typeface="+mn-ea"/>
                <a:cs typeface="+mn-cs"/>
              </a:defRPr>
            </a:lvl9pPr>
          </a:lstStyle>
          <a:p>
            <a:pPr>
              <a:lnSpc>
                <a:spcPct val="100000"/>
              </a:lnSpc>
              <a:spcBef>
                <a:spcPts val="0"/>
              </a:spcBef>
            </a:pPr>
            <a:r>
              <a:rPr lang="en-US" sz="5400">
                <a:solidFill>
                  <a:schemeClr val="accent3">
                    <a:lumMod val="20000"/>
                    <a:lumOff val="80000"/>
                  </a:schemeClr>
                </a:solidFill>
                <a:latin typeface="Avenir Book" panose="02000503020000020003" pitchFamily="2" charset="0"/>
              </a:rPr>
              <a:t>Conclusion</a:t>
            </a:r>
          </a:p>
        </p:txBody>
      </p:sp>
      <p:sp>
        <p:nvSpPr>
          <p:cNvPr id="42" name="Rectangle 41">
            <a:extLst>
              <a:ext uri="{FF2B5EF4-FFF2-40B4-BE49-F238E27FC236}">
                <a16:creationId xmlns:a16="http://schemas.microsoft.com/office/drawing/2014/main" id="{4A981740-1449-4C46-A607-092056427E31}"/>
              </a:ext>
            </a:extLst>
          </p:cNvPr>
          <p:cNvSpPr/>
          <p:nvPr/>
        </p:nvSpPr>
        <p:spPr>
          <a:xfrm>
            <a:off x="29175873" y="29108400"/>
            <a:ext cx="13466618" cy="586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64C102EB-15F7-3448-AD24-81B942218970}"/>
              </a:ext>
            </a:extLst>
          </p:cNvPr>
          <p:cNvSpPr txBox="1"/>
          <p:nvPr/>
        </p:nvSpPr>
        <p:spPr>
          <a:xfrm>
            <a:off x="1684317" y="15491167"/>
            <a:ext cx="12758057" cy="2677656"/>
          </a:xfrm>
          <a:prstGeom prst="rect">
            <a:avLst/>
          </a:prstGeom>
          <a:noFill/>
        </p:spPr>
        <p:txBody>
          <a:bodyPr wrap="square" lIns="91440" tIns="45720" rIns="91440" bIns="45720" rtlCol="0" anchor="t">
            <a:spAutoFit/>
          </a:bodyPr>
          <a:lstStyle/>
          <a:p>
            <a:r>
              <a:rPr lang="en-US" sz="2800">
                <a:latin typeface="Avenir Book"/>
              </a:rPr>
              <a:t>Using handwritten digits from the United States Postal Service, we plan to use SVD to train our model to learn the numbers 0-9. The goal is to then given our model a new data sample containing an unseen written single digit and test if the model can accurately predict the value of the digit. We decided to use SVD over Principal Component Analysis (PCA), because SVD is more efficient than PCA when working with dense data.</a:t>
            </a:r>
          </a:p>
        </p:txBody>
      </p:sp>
      <p:sp>
        <p:nvSpPr>
          <p:cNvPr id="45" name="Rectangle 44">
            <a:extLst>
              <a:ext uri="{FF2B5EF4-FFF2-40B4-BE49-F238E27FC236}">
                <a16:creationId xmlns:a16="http://schemas.microsoft.com/office/drawing/2014/main" id="{AF3DEE53-E1E2-8347-BE17-25543CA04048}"/>
              </a:ext>
            </a:extLst>
          </p:cNvPr>
          <p:cNvSpPr/>
          <p:nvPr/>
        </p:nvSpPr>
        <p:spPr>
          <a:xfrm>
            <a:off x="1233052" y="14134192"/>
            <a:ext cx="13466618" cy="1002916"/>
          </a:xfrm>
          <a:prstGeom prst="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Subtitle 2">
            <a:extLst>
              <a:ext uri="{FF2B5EF4-FFF2-40B4-BE49-F238E27FC236}">
                <a16:creationId xmlns:a16="http://schemas.microsoft.com/office/drawing/2014/main" id="{106C3E48-ACB1-C543-8368-85AAFA622926}"/>
              </a:ext>
            </a:extLst>
          </p:cNvPr>
          <p:cNvSpPr txBox="1">
            <a:spLocks/>
          </p:cNvSpPr>
          <p:nvPr/>
        </p:nvSpPr>
        <p:spPr>
          <a:xfrm>
            <a:off x="1256805" y="14219254"/>
            <a:ext cx="13466617" cy="1256674"/>
          </a:xfrm>
          <a:prstGeom prst="rect">
            <a:avLst/>
          </a:prstGeom>
        </p:spPr>
        <p:txBody>
          <a:bodyPr vert="horz" lIns="91440" tIns="45720" rIns="91440" bIns="45720" rtlCol="0">
            <a:normAutofit/>
          </a:bodyPr>
          <a:lstStyle>
            <a:lvl1pPr marL="0" indent="0" algn="ctr" defTabSz="4145250" rtl="0" eaLnBrk="1" latinLnBrk="0" hangingPunct="1">
              <a:lnSpc>
                <a:spcPct val="90000"/>
              </a:lnSpc>
              <a:spcBef>
                <a:spcPts val="4533"/>
              </a:spcBef>
              <a:buFont typeface="Arial" panose="020B0604020202020204" pitchFamily="34" charset="0"/>
              <a:buNone/>
              <a:defRPr sz="10880" kern="1200">
                <a:solidFill>
                  <a:schemeClr val="tx1"/>
                </a:solidFill>
                <a:latin typeface="+mn-lt"/>
                <a:ea typeface="+mn-ea"/>
                <a:cs typeface="+mn-cs"/>
              </a:defRPr>
            </a:lvl1pPr>
            <a:lvl2pPr marL="2072625" indent="0" algn="ctr" defTabSz="4145250" rtl="0" eaLnBrk="1" latinLnBrk="0" hangingPunct="1">
              <a:lnSpc>
                <a:spcPct val="90000"/>
              </a:lnSpc>
              <a:spcBef>
                <a:spcPts val="2267"/>
              </a:spcBef>
              <a:buFont typeface="Arial" panose="020B0604020202020204" pitchFamily="34" charset="0"/>
              <a:buNone/>
              <a:defRPr sz="9067" kern="1200">
                <a:solidFill>
                  <a:schemeClr val="tx1"/>
                </a:solidFill>
                <a:latin typeface="+mn-lt"/>
                <a:ea typeface="+mn-ea"/>
                <a:cs typeface="+mn-cs"/>
              </a:defRPr>
            </a:lvl2pPr>
            <a:lvl3pPr marL="4145250" indent="0" algn="ctr" defTabSz="4145250" rtl="0" eaLnBrk="1" latinLnBrk="0" hangingPunct="1">
              <a:lnSpc>
                <a:spcPct val="90000"/>
              </a:lnSpc>
              <a:spcBef>
                <a:spcPts val="2267"/>
              </a:spcBef>
              <a:buFont typeface="Arial" panose="020B0604020202020204" pitchFamily="34" charset="0"/>
              <a:buNone/>
              <a:defRPr sz="8160" kern="1200">
                <a:solidFill>
                  <a:schemeClr val="tx1"/>
                </a:solidFill>
                <a:latin typeface="+mn-lt"/>
                <a:ea typeface="+mn-ea"/>
                <a:cs typeface="+mn-cs"/>
              </a:defRPr>
            </a:lvl3pPr>
            <a:lvl4pPr marL="6217874" indent="0" algn="ctr" defTabSz="4145250" rtl="0" eaLnBrk="1" latinLnBrk="0" hangingPunct="1">
              <a:lnSpc>
                <a:spcPct val="90000"/>
              </a:lnSpc>
              <a:spcBef>
                <a:spcPts val="2267"/>
              </a:spcBef>
              <a:buFont typeface="Arial" panose="020B0604020202020204" pitchFamily="34" charset="0"/>
              <a:buNone/>
              <a:defRPr sz="7253" kern="1200">
                <a:solidFill>
                  <a:schemeClr val="tx1"/>
                </a:solidFill>
                <a:latin typeface="+mn-lt"/>
                <a:ea typeface="+mn-ea"/>
                <a:cs typeface="+mn-cs"/>
              </a:defRPr>
            </a:lvl4pPr>
            <a:lvl5pPr marL="8290499" indent="0" algn="ctr" defTabSz="4145250" rtl="0" eaLnBrk="1" latinLnBrk="0" hangingPunct="1">
              <a:lnSpc>
                <a:spcPct val="90000"/>
              </a:lnSpc>
              <a:spcBef>
                <a:spcPts val="2267"/>
              </a:spcBef>
              <a:buFont typeface="Arial" panose="020B0604020202020204" pitchFamily="34" charset="0"/>
              <a:buNone/>
              <a:defRPr sz="7253" kern="1200">
                <a:solidFill>
                  <a:schemeClr val="tx1"/>
                </a:solidFill>
                <a:latin typeface="+mn-lt"/>
                <a:ea typeface="+mn-ea"/>
                <a:cs typeface="+mn-cs"/>
              </a:defRPr>
            </a:lvl5pPr>
            <a:lvl6pPr marL="10363124" indent="0" algn="ctr" defTabSz="4145250" rtl="0" eaLnBrk="1" latinLnBrk="0" hangingPunct="1">
              <a:lnSpc>
                <a:spcPct val="90000"/>
              </a:lnSpc>
              <a:spcBef>
                <a:spcPts val="2267"/>
              </a:spcBef>
              <a:buFont typeface="Arial" panose="020B0604020202020204" pitchFamily="34" charset="0"/>
              <a:buNone/>
              <a:defRPr sz="7253" kern="1200">
                <a:solidFill>
                  <a:schemeClr val="tx1"/>
                </a:solidFill>
                <a:latin typeface="+mn-lt"/>
                <a:ea typeface="+mn-ea"/>
                <a:cs typeface="+mn-cs"/>
              </a:defRPr>
            </a:lvl6pPr>
            <a:lvl7pPr marL="12435749" indent="0" algn="ctr" defTabSz="4145250" rtl="0" eaLnBrk="1" latinLnBrk="0" hangingPunct="1">
              <a:lnSpc>
                <a:spcPct val="90000"/>
              </a:lnSpc>
              <a:spcBef>
                <a:spcPts val="2267"/>
              </a:spcBef>
              <a:buFont typeface="Arial" panose="020B0604020202020204" pitchFamily="34" charset="0"/>
              <a:buNone/>
              <a:defRPr sz="7253" kern="1200">
                <a:solidFill>
                  <a:schemeClr val="tx1"/>
                </a:solidFill>
                <a:latin typeface="+mn-lt"/>
                <a:ea typeface="+mn-ea"/>
                <a:cs typeface="+mn-cs"/>
              </a:defRPr>
            </a:lvl7pPr>
            <a:lvl8pPr marL="14508373" indent="0" algn="ctr" defTabSz="4145250" rtl="0" eaLnBrk="1" latinLnBrk="0" hangingPunct="1">
              <a:lnSpc>
                <a:spcPct val="90000"/>
              </a:lnSpc>
              <a:spcBef>
                <a:spcPts val="2267"/>
              </a:spcBef>
              <a:buFont typeface="Arial" panose="020B0604020202020204" pitchFamily="34" charset="0"/>
              <a:buNone/>
              <a:defRPr sz="7253" kern="1200">
                <a:solidFill>
                  <a:schemeClr val="tx1"/>
                </a:solidFill>
                <a:latin typeface="+mn-lt"/>
                <a:ea typeface="+mn-ea"/>
                <a:cs typeface="+mn-cs"/>
              </a:defRPr>
            </a:lvl8pPr>
            <a:lvl9pPr marL="16580998" indent="0" algn="ctr" defTabSz="4145250" rtl="0" eaLnBrk="1" latinLnBrk="0" hangingPunct="1">
              <a:lnSpc>
                <a:spcPct val="90000"/>
              </a:lnSpc>
              <a:spcBef>
                <a:spcPts val="2267"/>
              </a:spcBef>
              <a:buFont typeface="Arial" panose="020B0604020202020204" pitchFamily="34" charset="0"/>
              <a:buNone/>
              <a:defRPr sz="7253" kern="1200">
                <a:solidFill>
                  <a:schemeClr val="tx1"/>
                </a:solidFill>
                <a:latin typeface="+mn-lt"/>
                <a:ea typeface="+mn-ea"/>
                <a:cs typeface="+mn-cs"/>
              </a:defRPr>
            </a:lvl9pPr>
          </a:lstStyle>
          <a:p>
            <a:pPr>
              <a:lnSpc>
                <a:spcPct val="100000"/>
              </a:lnSpc>
              <a:spcBef>
                <a:spcPts val="0"/>
              </a:spcBef>
            </a:pPr>
            <a:r>
              <a:rPr lang="en-US" sz="5400">
                <a:solidFill>
                  <a:schemeClr val="accent3">
                    <a:lumMod val="20000"/>
                    <a:lumOff val="80000"/>
                  </a:schemeClr>
                </a:solidFill>
                <a:latin typeface="Avenir Book" panose="02000503020000020003" pitchFamily="2" charset="0"/>
              </a:rPr>
              <a:t>Data Set &amp; Objective</a:t>
            </a:r>
          </a:p>
        </p:txBody>
      </p:sp>
      <p:sp>
        <p:nvSpPr>
          <p:cNvPr id="47" name="TextBox 46">
            <a:extLst>
              <a:ext uri="{FF2B5EF4-FFF2-40B4-BE49-F238E27FC236}">
                <a16:creationId xmlns:a16="http://schemas.microsoft.com/office/drawing/2014/main" id="{C7CACA99-0516-EC44-914A-0D8FBDD014E2}"/>
              </a:ext>
            </a:extLst>
          </p:cNvPr>
          <p:cNvSpPr txBox="1"/>
          <p:nvPr/>
        </p:nvSpPr>
        <p:spPr>
          <a:xfrm>
            <a:off x="1665193" y="20184227"/>
            <a:ext cx="12758057" cy="1815882"/>
          </a:xfrm>
          <a:prstGeom prst="rect">
            <a:avLst/>
          </a:prstGeom>
          <a:noFill/>
        </p:spPr>
        <p:txBody>
          <a:bodyPr wrap="square" lIns="91440" tIns="45720" rIns="91440" bIns="45720" rtlCol="0" anchor="t">
            <a:spAutoFit/>
          </a:bodyPr>
          <a:lstStyle/>
          <a:p>
            <a:r>
              <a:rPr lang="en-US" sz="2800">
                <a:latin typeface="Avenir Book"/>
              </a:rPr>
              <a:t>Our dataset comes from the USPS.</a:t>
            </a:r>
            <a:r>
              <a:rPr lang="en-US" sz="2800" b="1" baseline="30000">
                <a:latin typeface="Avenir Book"/>
              </a:rPr>
              <a:t>1</a:t>
            </a:r>
            <a:r>
              <a:rPr lang="en-US" sz="2800">
                <a:latin typeface="Avenir Book"/>
              </a:rPr>
              <a:t> The dataset contains 7291 training and 2007 test images in h5 format, represented as 16 by 16 matrices of 8-bit </a:t>
            </a:r>
            <a:r>
              <a:rPr lang="en-US" sz="2800">
                <a:ea typeface="+mn-lt"/>
                <a:cs typeface="+mn-lt"/>
              </a:rPr>
              <a:t>(0-255) </a:t>
            </a:r>
            <a:r>
              <a:rPr lang="en-US" sz="2800">
                <a:latin typeface="Avenir Book"/>
              </a:rPr>
              <a:t>grayscale values. Our training set represents approximately 80 percent of the data, and the testing set is around 20 percent.</a:t>
            </a:r>
          </a:p>
        </p:txBody>
      </p:sp>
      <p:sp>
        <p:nvSpPr>
          <p:cNvPr id="29" name="TextBox 28">
            <a:extLst>
              <a:ext uri="{FF2B5EF4-FFF2-40B4-BE49-F238E27FC236}">
                <a16:creationId xmlns:a16="http://schemas.microsoft.com/office/drawing/2014/main" id="{DC319662-EC92-F64B-8076-B8851B216953}"/>
              </a:ext>
            </a:extLst>
          </p:cNvPr>
          <p:cNvSpPr txBox="1"/>
          <p:nvPr/>
        </p:nvSpPr>
        <p:spPr>
          <a:xfrm>
            <a:off x="1642071" y="10075476"/>
            <a:ext cx="12738027" cy="4832092"/>
          </a:xfrm>
          <a:prstGeom prst="rect">
            <a:avLst/>
          </a:prstGeom>
          <a:noFill/>
        </p:spPr>
        <p:txBody>
          <a:bodyPr wrap="square" lIns="91440" tIns="45720" rIns="91440" bIns="45720" rtlCol="0" anchor="t">
            <a:spAutoFit/>
          </a:bodyPr>
          <a:lstStyle/>
          <a:p>
            <a:r>
              <a:rPr lang="en-US" sz="2800">
                <a:latin typeface="Avenir Book"/>
              </a:rPr>
              <a:t>Machine learning is a computer procedure in which an algorithm improves its accuracy through the process of iterative data analysis. Machine learning algorithms build a model on a given dataset (the training data) to then make predictions on an unseen dataset (testing data). Singular Value Decomposition (SVD) is an algebraic method that simplifies high-dimensional data for use in machine learning algorithms. In our analysis, we used SVD to reduce the dimensionality of our data and used Linear Least Squares as our classification method.</a:t>
            </a:r>
          </a:p>
          <a:p>
            <a:endParaRPr lang="en-US" sz="2800">
              <a:latin typeface="Avenir Book" panose="02000503020000020003" pitchFamily="2" charset="0"/>
            </a:endParaRPr>
          </a:p>
          <a:p>
            <a:endParaRPr lang="en-US" sz="2800">
              <a:latin typeface="Avenir Book" panose="02000503020000020003" pitchFamily="2" charset="0"/>
            </a:endParaRPr>
          </a:p>
          <a:p>
            <a:endParaRPr lang="en-US" sz="2800">
              <a:latin typeface="Avenir Book" panose="02000503020000020003" pitchFamily="2" charset="0"/>
            </a:endParaRPr>
          </a:p>
        </p:txBody>
      </p:sp>
      <p:sp>
        <p:nvSpPr>
          <p:cNvPr id="9" name="TextBox 8">
            <a:extLst>
              <a:ext uri="{FF2B5EF4-FFF2-40B4-BE49-F238E27FC236}">
                <a16:creationId xmlns:a16="http://schemas.microsoft.com/office/drawing/2014/main" id="{38C1C9B2-AF75-9384-D55B-B050F75385F5}"/>
              </a:ext>
            </a:extLst>
          </p:cNvPr>
          <p:cNvSpPr txBox="1"/>
          <p:nvPr/>
        </p:nvSpPr>
        <p:spPr>
          <a:xfrm>
            <a:off x="1276311" y="29352285"/>
            <a:ext cx="697917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Avenir Book" panose="02000503020000020003" pitchFamily="2" charset="0"/>
              </a:rPr>
              <a:t>1</a:t>
            </a:r>
            <a:r>
              <a:rPr lang="en-US">
                <a:latin typeface="Avenir Book" panose="02000503020000020003" pitchFamily="2" charset="0"/>
              </a:rPr>
              <a:t> - </a:t>
            </a:r>
            <a:r>
              <a:rPr lang="en-US">
                <a:latin typeface="Avenir Book" panose="02000503020000020003" pitchFamily="2" charset="0"/>
                <a:ea typeface="+mn-lt"/>
                <a:cs typeface="+mn-lt"/>
                <a:hlinkClick r:id="rId3"/>
              </a:rPr>
              <a:t>https://www.kaggle.com/bistaumanga/usps-dataset</a:t>
            </a:r>
            <a:endParaRPr lang="en-US">
              <a:latin typeface="Avenir Book" panose="02000503020000020003" pitchFamily="2" charset="0"/>
              <a:ea typeface="+mn-lt"/>
              <a:cs typeface="+mn-lt"/>
            </a:endParaRPr>
          </a:p>
        </p:txBody>
      </p:sp>
      <p:grpSp>
        <p:nvGrpSpPr>
          <p:cNvPr id="16" name="Group 15">
            <a:extLst>
              <a:ext uri="{FF2B5EF4-FFF2-40B4-BE49-F238E27FC236}">
                <a16:creationId xmlns:a16="http://schemas.microsoft.com/office/drawing/2014/main" id="{9FEA7750-3E53-A7CA-BFE0-E6AC2974310A}"/>
              </a:ext>
            </a:extLst>
          </p:cNvPr>
          <p:cNvGrpSpPr/>
          <p:nvPr/>
        </p:nvGrpSpPr>
        <p:grpSpPr>
          <a:xfrm>
            <a:off x="1486610" y="18252156"/>
            <a:ext cx="12912612" cy="1719556"/>
            <a:chOff x="1486610" y="20202581"/>
            <a:chExt cx="12912612" cy="1719556"/>
          </a:xfrm>
        </p:grpSpPr>
        <p:pic>
          <p:nvPicPr>
            <p:cNvPr id="7" name="Picture 8" descr="Text&#10;&#10;Description automatically generated">
              <a:extLst>
                <a:ext uri="{FF2B5EF4-FFF2-40B4-BE49-F238E27FC236}">
                  <a16:creationId xmlns:a16="http://schemas.microsoft.com/office/drawing/2014/main" id="{4BBB14BD-7A7F-1F08-A144-BEABFA21C8CC}"/>
                </a:ext>
              </a:extLst>
            </p:cNvPr>
            <p:cNvPicPr>
              <a:picLocks noChangeAspect="1"/>
            </p:cNvPicPr>
            <p:nvPr/>
          </p:nvPicPr>
          <p:blipFill rotWithShape="1">
            <a:blip r:embed="rId4"/>
            <a:srcRect t="42835" b="44066"/>
            <a:stretch/>
          </p:blipFill>
          <p:spPr>
            <a:xfrm>
              <a:off x="1486610" y="20202581"/>
              <a:ext cx="12912612" cy="1265511"/>
            </a:xfrm>
            <a:prstGeom prst="rect">
              <a:avLst/>
            </a:prstGeom>
          </p:spPr>
        </p:pic>
        <p:sp>
          <p:nvSpPr>
            <p:cNvPr id="12" name="TextBox 11">
              <a:extLst>
                <a:ext uri="{FF2B5EF4-FFF2-40B4-BE49-F238E27FC236}">
                  <a16:creationId xmlns:a16="http://schemas.microsoft.com/office/drawing/2014/main" id="{11F231A1-3738-C64A-8D55-5922E4DBD3B2}"/>
                </a:ext>
              </a:extLst>
            </p:cNvPr>
            <p:cNvSpPr txBox="1"/>
            <p:nvPr/>
          </p:nvSpPr>
          <p:spPr>
            <a:xfrm>
              <a:off x="1841788" y="21522027"/>
              <a:ext cx="8454353" cy="400110"/>
            </a:xfrm>
            <a:prstGeom prst="rect">
              <a:avLst/>
            </a:prstGeom>
            <a:noFill/>
          </p:spPr>
          <p:txBody>
            <a:bodyPr wrap="square" lIns="91440" tIns="45720" rIns="91440" bIns="45720" rtlCol="0" anchor="t">
              <a:spAutoFit/>
            </a:bodyPr>
            <a:lstStyle/>
            <a:p>
              <a:r>
                <a:rPr lang="en-US" sz="2000" b="1" i="1">
                  <a:latin typeface="Avenir Book"/>
                </a:rPr>
                <a:t>Figure 1:</a:t>
              </a:r>
              <a:r>
                <a:rPr lang="en-US" sz="2000" i="1">
                  <a:latin typeface="Avenir Book"/>
                </a:rPr>
                <a:t> Original image samples of each digit from dataset.</a:t>
              </a:r>
              <a:endParaRPr lang="en-US"/>
            </a:p>
          </p:txBody>
        </p:sp>
      </p:grpSp>
      <p:grpSp>
        <p:nvGrpSpPr>
          <p:cNvPr id="17" name="Group 16">
            <a:extLst>
              <a:ext uri="{FF2B5EF4-FFF2-40B4-BE49-F238E27FC236}">
                <a16:creationId xmlns:a16="http://schemas.microsoft.com/office/drawing/2014/main" id="{45DE788D-0AD0-85B7-77FB-0C570EB674DA}"/>
              </a:ext>
            </a:extLst>
          </p:cNvPr>
          <p:cNvGrpSpPr/>
          <p:nvPr/>
        </p:nvGrpSpPr>
        <p:grpSpPr>
          <a:xfrm>
            <a:off x="1424334" y="27619537"/>
            <a:ext cx="12955764" cy="1692352"/>
            <a:chOff x="1488168" y="23536461"/>
            <a:chExt cx="12955764" cy="1692352"/>
          </a:xfrm>
        </p:grpSpPr>
        <p:pic>
          <p:nvPicPr>
            <p:cNvPr id="5" name="Picture 8" descr="A picture containing table&#10;&#10;Description automatically generated">
              <a:extLst>
                <a:ext uri="{FF2B5EF4-FFF2-40B4-BE49-F238E27FC236}">
                  <a16:creationId xmlns:a16="http://schemas.microsoft.com/office/drawing/2014/main" id="{9738205B-E18D-8A04-B679-4330D41AE006}"/>
                </a:ext>
              </a:extLst>
            </p:cNvPr>
            <p:cNvPicPr>
              <a:picLocks noChangeAspect="1"/>
            </p:cNvPicPr>
            <p:nvPr/>
          </p:nvPicPr>
          <p:blipFill rotWithShape="1">
            <a:blip r:embed="rId5"/>
            <a:srcRect t="42798" b="41939"/>
            <a:stretch/>
          </p:blipFill>
          <p:spPr>
            <a:xfrm>
              <a:off x="1488168" y="23536461"/>
              <a:ext cx="12955764" cy="1452439"/>
            </a:xfrm>
            <a:prstGeom prst="rect">
              <a:avLst/>
            </a:prstGeom>
          </p:spPr>
        </p:pic>
        <p:sp>
          <p:nvSpPr>
            <p:cNvPr id="34" name="TextBox 33">
              <a:extLst>
                <a:ext uri="{FF2B5EF4-FFF2-40B4-BE49-F238E27FC236}">
                  <a16:creationId xmlns:a16="http://schemas.microsoft.com/office/drawing/2014/main" id="{4C514A36-9432-1648-B282-E32213EB33C5}"/>
                </a:ext>
              </a:extLst>
            </p:cNvPr>
            <p:cNvSpPr txBox="1"/>
            <p:nvPr/>
          </p:nvSpPr>
          <p:spPr>
            <a:xfrm>
              <a:off x="1841788" y="24828703"/>
              <a:ext cx="9789815" cy="400110"/>
            </a:xfrm>
            <a:prstGeom prst="rect">
              <a:avLst/>
            </a:prstGeom>
            <a:noFill/>
          </p:spPr>
          <p:txBody>
            <a:bodyPr wrap="square" rtlCol="0">
              <a:spAutoFit/>
            </a:bodyPr>
            <a:lstStyle/>
            <a:p>
              <a:r>
                <a:rPr lang="en-US" sz="2000" b="1" i="1">
                  <a:latin typeface="Avenir Book" panose="02000503020000020003" pitchFamily="2" charset="0"/>
                </a:rPr>
                <a:t>Figure 4: </a:t>
              </a:r>
              <a:r>
                <a:rPr lang="en-US" sz="2000" i="1">
                  <a:latin typeface="Avenir Book" panose="02000503020000020003" pitchFamily="2" charset="0"/>
                </a:rPr>
                <a:t>Rank twelve matrix approximations images for each digit.</a:t>
              </a:r>
            </a:p>
          </p:txBody>
        </p:sp>
      </p:grpSp>
      <p:pic>
        <p:nvPicPr>
          <p:cNvPr id="46" name="Picture 45" descr="Logo&#10;&#10;Description automatically generated">
            <a:extLst>
              <a:ext uri="{FF2B5EF4-FFF2-40B4-BE49-F238E27FC236}">
                <a16:creationId xmlns:a16="http://schemas.microsoft.com/office/drawing/2014/main" id="{AEA3A915-CCCF-DA47-8735-7074441C7144}"/>
              </a:ext>
            </a:extLst>
          </p:cNvPr>
          <p:cNvPicPr>
            <a:picLocks noChangeAspect="1"/>
          </p:cNvPicPr>
          <p:nvPr/>
        </p:nvPicPr>
        <p:blipFill rotWithShape="1">
          <a:blip r:embed="rId6"/>
          <a:srcRect l="32215" r="31173"/>
          <a:stretch/>
        </p:blipFill>
        <p:spPr>
          <a:xfrm>
            <a:off x="38346742" y="62803"/>
            <a:ext cx="5130800" cy="6990294"/>
          </a:xfrm>
          <a:prstGeom prst="rect">
            <a:avLst/>
          </a:prstGeom>
        </p:spPr>
      </p:pic>
      <p:pic>
        <p:nvPicPr>
          <p:cNvPr id="44" name="Picture 43" descr="Logo&#10;&#10;Description automatically generated">
            <a:extLst>
              <a:ext uri="{FF2B5EF4-FFF2-40B4-BE49-F238E27FC236}">
                <a16:creationId xmlns:a16="http://schemas.microsoft.com/office/drawing/2014/main" id="{93A3B6C2-025E-C649-B836-5D3353815FB5}"/>
              </a:ext>
            </a:extLst>
          </p:cNvPr>
          <p:cNvPicPr>
            <a:picLocks noChangeAspect="1"/>
          </p:cNvPicPr>
          <p:nvPr/>
        </p:nvPicPr>
        <p:blipFill rotWithShape="1">
          <a:blip r:embed="rId6"/>
          <a:srcRect l="32215" r="31173"/>
          <a:stretch/>
        </p:blipFill>
        <p:spPr>
          <a:xfrm>
            <a:off x="491180" y="19907"/>
            <a:ext cx="5130800" cy="6990294"/>
          </a:xfrm>
          <a:prstGeom prst="rect">
            <a:avLst/>
          </a:prstGeom>
        </p:spPr>
      </p:pic>
      <p:grpSp>
        <p:nvGrpSpPr>
          <p:cNvPr id="15" name="Group 14">
            <a:extLst>
              <a:ext uri="{FF2B5EF4-FFF2-40B4-BE49-F238E27FC236}">
                <a16:creationId xmlns:a16="http://schemas.microsoft.com/office/drawing/2014/main" id="{6D2E6E0E-0701-AED2-8440-68C5BAD7E8A0}"/>
              </a:ext>
            </a:extLst>
          </p:cNvPr>
          <p:cNvGrpSpPr/>
          <p:nvPr/>
        </p:nvGrpSpPr>
        <p:grpSpPr>
          <a:xfrm>
            <a:off x="15957114" y="23507286"/>
            <a:ext cx="11957176" cy="5982773"/>
            <a:chOff x="15957114" y="23507286"/>
            <a:chExt cx="11957176" cy="5982773"/>
          </a:xfrm>
        </p:grpSpPr>
        <p:sp>
          <p:nvSpPr>
            <p:cNvPr id="48" name="TextBox 47">
              <a:extLst>
                <a:ext uri="{FF2B5EF4-FFF2-40B4-BE49-F238E27FC236}">
                  <a16:creationId xmlns:a16="http://schemas.microsoft.com/office/drawing/2014/main" id="{5D2A6D07-44C9-ED42-9C81-364F5147C95E}"/>
                </a:ext>
              </a:extLst>
            </p:cNvPr>
            <p:cNvSpPr txBox="1"/>
            <p:nvPr/>
          </p:nvSpPr>
          <p:spPr>
            <a:xfrm>
              <a:off x="15957114" y="28782173"/>
              <a:ext cx="11957176" cy="707886"/>
            </a:xfrm>
            <a:prstGeom prst="rect">
              <a:avLst/>
            </a:prstGeom>
            <a:noFill/>
          </p:spPr>
          <p:txBody>
            <a:bodyPr wrap="square" lIns="91440" tIns="45720" rIns="91440" bIns="45720" rtlCol="0" anchor="t">
              <a:spAutoFit/>
            </a:bodyPr>
            <a:lstStyle/>
            <a:p>
              <a:r>
                <a:rPr lang="en-US" sz="2000" b="1" i="1">
                  <a:latin typeface="Avenir Book"/>
                </a:rPr>
                <a:t>Figure 6:</a:t>
              </a:r>
              <a:r>
                <a:rPr lang="en-US" sz="2000" i="1">
                  <a:latin typeface="Avenir Book"/>
                </a:rPr>
                <a:t> Plot comparing the classification accuracy percentage to the rank of the singular value approximation.</a:t>
              </a:r>
              <a:endParaRPr lang="en-US"/>
            </a:p>
          </p:txBody>
        </p:sp>
        <p:pic>
          <p:nvPicPr>
            <p:cNvPr id="11" name="Picture 12" descr="Chart, line chart&#10;&#10;Description automatically generated">
              <a:extLst>
                <a:ext uri="{FF2B5EF4-FFF2-40B4-BE49-F238E27FC236}">
                  <a16:creationId xmlns:a16="http://schemas.microsoft.com/office/drawing/2014/main" id="{768BA0C6-37F0-51F0-618C-05B2BCA1E0D1}"/>
                </a:ext>
              </a:extLst>
            </p:cNvPr>
            <p:cNvPicPr>
              <a:picLocks noChangeAspect="1"/>
            </p:cNvPicPr>
            <p:nvPr/>
          </p:nvPicPr>
          <p:blipFill rotWithShape="1">
            <a:blip r:embed="rId7"/>
            <a:srcRect l="5150" r="7386"/>
            <a:stretch/>
          </p:blipFill>
          <p:spPr>
            <a:xfrm>
              <a:off x="17483845" y="23507286"/>
              <a:ext cx="9158393" cy="5234055"/>
            </a:xfrm>
            <a:prstGeom prst="rect">
              <a:avLst/>
            </a:prstGeom>
          </p:spPr>
        </p:pic>
      </p:gr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38C9FE4A-26FF-BF74-FD51-BCE01740D9B2}"/>
                  </a:ext>
                </a:extLst>
              </p:cNvPr>
              <p:cNvSpPr txBox="1"/>
              <p:nvPr/>
            </p:nvSpPr>
            <p:spPr>
              <a:xfrm>
                <a:off x="15599664" y="10086510"/>
                <a:ext cx="12588547" cy="54476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latin typeface="Avenir Book" panose="02000503020000020003" pitchFamily="2" charset="0"/>
                  </a:rPr>
                  <a:t>Singular Value Decomposition is the factorization of a rectangular matrix into three components:</a:t>
                </a:r>
                <a:endParaRPr lang="en-US" sz="2800" i="1">
                  <a:latin typeface="Cambria Math" panose="02040503050406030204" pitchFamily="18" charset="0"/>
                </a:endParaRPr>
              </a:p>
              <a:p>
                <a:pPr algn="ctr">
                  <a:spcAft>
                    <a:spcPts val="600"/>
                  </a:spcAft>
                </a:pPr>
                <a14:m>
                  <m:oMath xmlns:m="http://schemas.openxmlformats.org/officeDocument/2006/math">
                    <m:r>
                      <a:rPr lang="en-US" sz="2800" i="1">
                        <a:latin typeface="Cambria Math" panose="02040503050406030204" pitchFamily="18" charset="0"/>
                      </a:rPr>
                      <m:t>𝐴</m:t>
                    </m:r>
                    <m:r>
                      <a:rPr lang="en-US" sz="2800" i="1">
                        <a:latin typeface="Cambria Math" panose="02040503050406030204" pitchFamily="18" charset="0"/>
                      </a:rPr>
                      <m:t>=</m:t>
                    </m:r>
                    <m:r>
                      <a:rPr lang="en-US" sz="2800" i="1">
                        <a:latin typeface="Cambria Math" panose="02040503050406030204" pitchFamily="18" charset="0"/>
                      </a:rPr>
                      <m:t>𝑈</m:t>
                    </m:r>
                    <m:r>
                      <a:rPr lang="en-US" sz="2800" i="1">
                        <a:latin typeface="Cambria Math" panose="02040503050406030204" pitchFamily="18" charset="0"/>
                      </a:rPr>
                      <m:t>∗</m:t>
                    </m:r>
                    <m:r>
                      <m:rPr>
                        <m:sty m:val="p"/>
                      </m:rPr>
                      <a:rPr lang="el-GR" sz="2800" i="1">
                        <a:latin typeface="Cambria Math" panose="02040503050406030204" pitchFamily="18" charset="0"/>
                        <a:ea typeface="Cambria Math" panose="02040503050406030204" pitchFamily="18" charset="0"/>
                      </a:rPr>
                      <m:t>Σ</m:t>
                    </m:r>
                    <m:r>
                      <a:rPr lang="en-US" sz="2800" i="1">
                        <a:latin typeface="Cambria Math" panose="02040503050406030204" pitchFamily="18" charset="0"/>
                        <a:ea typeface="Cambria Math" panose="02040503050406030204" pitchFamily="18" charset="0"/>
                      </a:rPr>
                      <m:t>∗</m:t>
                    </m:r>
                    <m:sSup>
                      <m:sSupPr>
                        <m:ctrlPr>
                          <a:rPr lang="en-US" sz="2800" i="1">
                            <a:latin typeface="Cambria Math" panose="02040503050406030204" pitchFamily="18" charset="0"/>
                            <a:ea typeface="Cambria Math" panose="02040503050406030204" pitchFamily="18" charset="0"/>
                          </a:rPr>
                        </m:ctrlPr>
                      </m:sSupPr>
                      <m:e>
                        <m:r>
                          <a:rPr lang="en-US" sz="2800" i="1">
                            <a:latin typeface="Cambria Math" panose="02040503050406030204" pitchFamily="18" charset="0"/>
                            <a:ea typeface="Cambria Math" panose="02040503050406030204" pitchFamily="18" charset="0"/>
                          </a:rPr>
                          <m:t>𝑉</m:t>
                        </m:r>
                      </m:e>
                      <m:sup>
                        <m:r>
                          <a:rPr lang="en-US" sz="2800" i="1">
                            <a:latin typeface="Cambria Math" panose="02040503050406030204" pitchFamily="18" charset="0"/>
                            <a:ea typeface="Cambria Math" panose="02040503050406030204" pitchFamily="18" charset="0"/>
                          </a:rPr>
                          <m:t>𝑇</m:t>
                        </m:r>
                      </m:sup>
                    </m:sSup>
                  </m:oMath>
                </a14:m>
                <a:r>
                  <a:rPr lang="en-US" sz="2800">
                    <a:latin typeface="Avenir Book" panose="02000503020000020003" pitchFamily="2" charset="0"/>
                  </a:rPr>
                  <a:t> </a:t>
                </a:r>
              </a:p>
              <a:p>
                <a:pPr>
                  <a:spcAft>
                    <a:spcPts val="1800"/>
                  </a:spcAft>
                </a:pPr>
                <a14:m>
                  <m:oMath xmlns:m="http://schemas.openxmlformats.org/officeDocument/2006/math">
                    <m:r>
                      <m:rPr>
                        <m:sty m:val="p"/>
                      </m:rPr>
                      <a:rPr lang="el-GR" sz="2800" i="1">
                        <a:latin typeface="Cambria Math" panose="02040503050406030204" pitchFamily="18" charset="0"/>
                        <a:ea typeface="Cambria Math" panose="02040503050406030204" pitchFamily="18" charset="0"/>
                      </a:rPr>
                      <m:t>Σ</m:t>
                    </m:r>
                  </m:oMath>
                </a14:m>
                <a:r>
                  <a:rPr lang="en-US" sz="2800">
                    <a:latin typeface="Avenir Book" panose="02000503020000020003" pitchFamily="2" charset="0"/>
                  </a:rPr>
                  <a:t> is a diagonalized matrix containing singular values in descending order of importance. </a:t>
                </a:r>
                <a14:m>
                  <m:oMath xmlns:m="http://schemas.openxmlformats.org/officeDocument/2006/math">
                    <m:r>
                      <a:rPr lang="en-US" sz="2800" i="1">
                        <a:latin typeface="Cambria Math" panose="02040503050406030204" pitchFamily="18" charset="0"/>
                      </a:rPr>
                      <m:t>𝑈</m:t>
                    </m:r>
                  </m:oMath>
                </a14:m>
                <a:r>
                  <a:rPr lang="en-US" sz="2800">
                    <a:latin typeface="Avenir Book" panose="02000503020000020003" pitchFamily="2" charset="0"/>
                  </a:rPr>
                  <a:t> is an orthogonal matrix composed of the left eigenvectors, while </a:t>
                </a:r>
                <a14:m>
                  <m:oMath xmlns:m="http://schemas.openxmlformats.org/officeDocument/2006/math">
                    <m:sSup>
                      <m:sSupPr>
                        <m:ctrlPr>
                          <a:rPr lang="en-US" sz="2800" i="1">
                            <a:latin typeface="Cambria Math" panose="02040503050406030204" pitchFamily="18" charset="0"/>
                            <a:ea typeface="Cambria Math" panose="02040503050406030204" pitchFamily="18" charset="0"/>
                          </a:rPr>
                        </m:ctrlPr>
                      </m:sSupPr>
                      <m:e>
                        <m:r>
                          <a:rPr lang="en-US" sz="2800" i="1">
                            <a:latin typeface="Cambria Math" panose="02040503050406030204" pitchFamily="18" charset="0"/>
                            <a:ea typeface="Cambria Math" panose="02040503050406030204" pitchFamily="18" charset="0"/>
                          </a:rPr>
                          <m:t>𝑉</m:t>
                        </m:r>
                      </m:e>
                      <m:sup>
                        <m:r>
                          <a:rPr lang="en-US" sz="2800" i="1">
                            <a:latin typeface="Cambria Math" panose="02040503050406030204" pitchFamily="18" charset="0"/>
                            <a:ea typeface="Cambria Math" panose="02040503050406030204" pitchFamily="18" charset="0"/>
                          </a:rPr>
                          <m:t>𝑇</m:t>
                        </m:r>
                      </m:sup>
                    </m:sSup>
                  </m:oMath>
                </a14:m>
                <a:r>
                  <a:rPr lang="en-US" sz="2800">
                    <a:latin typeface="Avenir Book" panose="02000503020000020003" pitchFamily="2" charset="0"/>
                  </a:rPr>
                  <a:t> is an orthogonal matrix composed of the right eigenvectors.</a:t>
                </a:r>
              </a:p>
              <a:p>
                <a:pPr>
                  <a:spcAft>
                    <a:spcPts val="1800"/>
                  </a:spcAft>
                </a:pPr>
                <a:r>
                  <a:rPr lang="en-US" sz="2800">
                    <a:latin typeface="Avenir Book" panose="02000503020000020003" pitchFamily="2" charset="0"/>
                  </a:rPr>
                  <a:t>The matrices </a:t>
                </a:r>
                <a:r>
                  <a:rPr lang="en-US" sz="2800" i="1">
                    <a:latin typeface="Avenir Book" panose="02000503020000020003" pitchFamily="2" charset="0"/>
                  </a:rPr>
                  <a:t>A</a:t>
                </a:r>
                <a:r>
                  <a:rPr lang="en-US" sz="2800">
                    <a:latin typeface="Avenir Book" panose="02000503020000020003" pitchFamily="2" charset="0"/>
                  </a:rPr>
                  <a:t> which we decomposed with SVD were the result of grouping the 16x16 matrices from the training set by their label (0-9), converting to 256x1 row vectors, and stacking them into an Nx256 matrix, where N = number of data points with each label. </a:t>
                </a:r>
                <a:endParaRPr lang="en-US" sz="2800" i="1">
                  <a:latin typeface="Avenir Book" panose="02000503020000020003" pitchFamily="2" charset="0"/>
                </a:endParaRPr>
              </a:p>
              <a:p>
                <a:endParaRPr lang="en-US" sz="2800">
                  <a:latin typeface="Avenir Book" panose="02000503020000020003" pitchFamily="2" charset="0"/>
                </a:endParaRPr>
              </a:p>
            </p:txBody>
          </p:sp>
        </mc:Choice>
        <mc:Fallback xmlns="">
          <p:sp>
            <p:nvSpPr>
              <p:cNvPr id="13" name="TextBox 12">
                <a:extLst>
                  <a:ext uri="{FF2B5EF4-FFF2-40B4-BE49-F238E27FC236}">
                    <a16:creationId xmlns:a16="http://schemas.microsoft.com/office/drawing/2014/main" id="{38C9FE4A-26FF-BF74-FD51-BCE01740D9B2}"/>
                  </a:ext>
                </a:extLst>
              </p:cNvPr>
              <p:cNvSpPr txBox="1">
                <a:spLocks noRot="1" noChangeAspect="1" noMove="1" noResize="1" noEditPoints="1" noAdjustHandles="1" noChangeArrowheads="1" noChangeShapeType="1" noTextEdit="1"/>
              </p:cNvSpPr>
              <p:nvPr/>
            </p:nvSpPr>
            <p:spPr>
              <a:xfrm>
                <a:off x="15599664" y="10086510"/>
                <a:ext cx="12588547" cy="5447645"/>
              </a:xfrm>
              <a:prstGeom prst="rect">
                <a:avLst/>
              </a:prstGeom>
              <a:blipFill>
                <a:blip r:embed="rId8"/>
                <a:stretch>
                  <a:fillRect l="-969" t="-1120" r="-339"/>
                </a:stretch>
              </a:blipFill>
            </p:spPr>
            <p:txBody>
              <a:bodyPr/>
              <a:lstStyle/>
              <a:p>
                <a:r>
                  <a:rPr lang="en-US">
                    <a:noFill/>
                  </a:rPr>
                  <a:t> </a:t>
                </a:r>
              </a:p>
            </p:txBody>
          </p:sp>
        </mc:Fallback>
      </mc:AlternateContent>
      <p:sp>
        <p:nvSpPr>
          <p:cNvPr id="37" name="TextBox 36">
            <a:extLst>
              <a:ext uri="{FF2B5EF4-FFF2-40B4-BE49-F238E27FC236}">
                <a16:creationId xmlns:a16="http://schemas.microsoft.com/office/drawing/2014/main" id="{DF54168B-9A6E-C549-B6FD-2AC0E08AFAC4}"/>
              </a:ext>
            </a:extLst>
          </p:cNvPr>
          <p:cNvSpPr txBox="1"/>
          <p:nvPr/>
        </p:nvSpPr>
        <p:spPr>
          <a:xfrm>
            <a:off x="1665193" y="26666337"/>
            <a:ext cx="12714905" cy="954107"/>
          </a:xfrm>
          <a:prstGeom prst="rect">
            <a:avLst/>
          </a:prstGeom>
          <a:noFill/>
        </p:spPr>
        <p:txBody>
          <a:bodyPr wrap="square" lIns="91440" tIns="45720" rIns="91440" bIns="45720" rtlCol="0" anchor="t">
            <a:spAutoFit/>
          </a:bodyPr>
          <a:lstStyle/>
          <a:p>
            <a:r>
              <a:rPr lang="en-US" sz="2800">
                <a:latin typeface="Avenir Book"/>
              </a:rPr>
              <a:t>We organized the data into different digit sets and performed SVD on each digit set and computed the rank twelve matrix approximations.</a:t>
            </a:r>
          </a:p>
        </p:txBody>
      </p:sp>
      <p:grpSp>
        <p:nvGrpSpPr>
          <p:cNvPr id="18" name="Group 17">
            <a:extLst>
              <a:ext uri="{FF2B5EF4-FFF2-40B4-BE49-F238E27FC236}">
                <a16:creationId xmlns:a16="http://schemas.microsoft.com/office/drawing/2014/main" id="{8542BCCE-AC41-05A8-2A5F-41D40409BD1F}"/>
              </a:ext>
            </a:extLst>
          </p:cNvPr>
          <p:cNvGrpSpPr/>
          <p:nvPr/>
        </p:nvGrpSpPr>
        <p:grpSpPr>
          <a:xfrm>
            <a:off x="15828104" y="14440594"/>
            <a:ext cx="12465191" cy="5541824"/>
            <a:chOff x="15737389" y="15404203"/>
            <a:chExt cx="12465191" cy="5541824"/>
          </a:xfrm>
        </p:grpSpPr>
        <p:pic>
          <p:nvPicPr>
            <p:cNvPr id="14" name="Picture 14">
              <a:extLst>
                <a:ext uri="{FF2B5EF4-FFF2-40B4-BE49-F238E27FC236}">
                  <a16:creationId xmlns:a16="http://schemas.microsoft.com/office/drawing/2014/main" id="{E4AA5EDF-B7B6-E30C-DAEF-1AA9811FF80E}"/>
                </a:ext>
              </a:extLst>
            </p:cNvPr>
            <p:cNvPicPr>
              <a:picLocks noChangeAspect="1"/>
            </p:cNvPicPr>
            <p:nvPr/>
          </p:nvPicPr>
          <p:blipFill>
            <a:blip r:embed="rId9"/>
            <a:stretch>
              <a:fillRect/>
            </a:stretch>
          </p:blipFill>
          <p:spPr>
            <a:xfrm>
              <a:off x="15737389" y="15404203"/>
              <a:ext cx="12465191" cy="5158680"/>
            </a:xfrm>
            <a:prstGeom prst="rect">
              <a:avLst/>
            </a:prstGeom>
          </p:spPr>
        </p:pic>
        <p:sp>
          <p:nvSpPr>
            <p:cNvPr id="50" name="TextBox 49">
              <a:extLst>
                <a:ext uri="{FF2B5EF4-FFF2-40B4-BE49-F238E27FC236}">
                  <a16:creationId xmlns:a16="http://schemas.microsoft.com/office/drawing/2014/main" id="{B066B1E1-B9AF-F541-A482-ABED653039B5}"/>
                </a:ext>
              </a:extLst>
            </p:cNvPr>
            <p:cNvSpPr txBox="1"/>
            <p:nvPr/>
          </p:nvSpPr>
          <p:spPr>
            <a:xfrm>
              <a:off x="15988501" y="20545917"/>
              <a:ext cx="11957176" cy="400110"/>
            </a:xfrm>
            <a:prstGeom prst="rect">
              <a:avLst/>
            </a:prstGeom>
            <a:noFill/>
          </p:spPr>
          <p:txBody>
            <a:bodyPr wrap="square" lIns="91440" tIns="45720" rIns="91440" bIns="45720" rtlCol="0" anchor="t">
              <a:spAutoFit/>
            </a:bodyPr>
            <a:lstStyle/>
            <a:p>
              <a:r>
                <a:rPr lang="en-US" sz="2000" b="1" i="1">
                  <a:latin typeface="Avenir Book"/>
                </a:rPr>
                <a:t>Figure 5: </a:t>
              </a:r>
              <a:r>
                <a:rPr lang="en-US" sz="2000" i="1">
                  <a:latin typeface="Avenir Book"/>
                </a:rPr>
                <a:t>Plot of first 20 singular values for each digit, 0 through 9. </a:t>
              </a:r>
              <a:endParaRPr lang="en-US"/>
            </a:p>
          </p:txBody>
        </p:sp>
      </p:grpSp>
      <p:sp>
        <p:nvSpPr>
          <p:cNvPr id="51" name="TextBox 50">
            <a:extLst>
              <a:ext uri="{FF2B5EF4-FFF2-40B4-BE49-F238E27FC236}">
                <a16:creationId xmlns:a16="http://schemas.microsoft.com/office/drawing/2014/main" id="{6B0036B5-E03D-0349-B2C1-883847CD6CE7}"/>
              </a:ext>
            </a:extLst>
          </p:cNvPr>
          <p:cNvSpPr txBox="1"/>
          <p:nvPr/>
        </p:nvSpPr>
        <p:spPr>
          <a:xfrm>
            <a:off x="29660782" y="10085846"/>
            <a:ext cx="12758057" cy="5093702"/>
          </a:xfrm>
          <a:prstGeom prst="rect">
            <a:avLst/>
          </a:prstGeom>
          <a:noFill/>
        </p:spPr>
        <p:txBody>
          <a:bodyPr wrap="square" lIns="91440" tIns="45720" rIns="91440" bIns="45720" rtlCol="0" anchor="t">
            <a:spAutoFit/>
          </a:bodyPr>
          <a:lstStyle/>
          <a:p>
            <a:pPr>
              <a:spcAft>
                <a:spcPts val="1800"/>
              </a:spcAft>
            </a:pPr>
            <a:r>
              <a:rPr lang="en-US" sz="2800">
                <a:latin typeface="Avenir Book"/>
              </a:rPr>
              <a:t>Technologies and packages used: Python using the Anaconda distribution, </a:t>
            </a:r>
            <a:r>
              <a:rPr lang="en-US" sz="2800" err="1">
                <a:latin typeface="Avenir Book"/>
              </a:rPr>
              <a:t>Skikit</a:t>
            </a:r>
            <a:r>
              <a:rPr lang="en-US" sz="2800">
                <a:latin typeface="Avenir Book"/>
              </a:rPr>
              <a:t>-Learn, </a:t>
            </a:r>
            <a:r>
              <a:rPr lang="en-US" sz="2800" err="1">
                <a:latin typeface="Avenir Book"/>
              </a:rPr>
              <a:t>Numpy</a:t>
            </a:r>
            <a:r>
              <a:rPr lang="en-US" sz="2800">
                <a:latin typeface="Avenir Book"/>
              </a:rPr>
              <a:t>, h5py, matplotlib.</a:t>
            </a:r>
          </a:p>
          <a:p>
            <a:pPr>
              <a:spcAft>
                <a:spcPts val="1800"/>
              </a:spcAft>
            </a:pPr>
            <a:r>
              <a:rPr lang="en-US" sz="2800">
                <a:latin typeface="Avenir Book"/>
              </a:rPr>
              <a:t>We applied classification model Linear Least Squares in python to achieve an accuracy of 94.52% on the prediction of digit values from the testing dataset. Thus, out of 2007 test values, 1,897 were classified correctly.</a:t>
            </a:r>
          </a:p>
          <a:p>
            <a:pPr>
              <a:spcAft>
                <a:spcPts val="1800"/>
              </a:spcAft>
            </a:pPr>
            <a:r>
              <a:rPr lang="en-US" sz="2800">
                <a:latin typeface="Avenir Book"/>
              </a:rPr>
              <a:t>The individual success rate of each digit </a:t>
            </a:r>
            <a:endParaRPr lang="en-US" sz="2800">
              <a:solidFill>
                <a:srgbClr val="C00000"/>
              </a:solidFill>
              <a:latin typeface="Avenir Book"/>
            </a:endParaRPr>
          </a:p>
          <a:p>
            <a:endParaRPr lang="en-US" sz="2800">
              <a:solidFill>
                <a:srgbClr val="C00000"/>
              </a:solidFill>
              <a:latin typeface="Avenir Book"/>
            </a:endParaRPr>
          </a:p>
          <a:p>
            <a:endParaRPr lang="en-US" sz="2800">
              <a:solidFill>
                <a:srgbClr val="C00000"/>
              </a:solidFill>
              <a:latin typeface="Avenir Book"/>
            </a:endParaRPr>
          </a:p>
          <a:p>
            <a:endParaRPr lang="en-US" sz="2800">
              <a:solidFill>
                <a:srgbClr val="C00000"/>
              </a:solidFill>
              <a:latin typeface="Avenir Book"/>
            </a:endParaRPr>
          </a:p>
          <a:p>
            <a:endParaRPr lang="en-US" sz="2800">
              <a:solidFill>
                <a:srgbClr val="C00000"/>
              </a:solidFill>
              <a:latin typeface="Avenir Book"/>
            </a:endParaRPr>
          </a:p>
        </p:txBody>
      </p:sp>
      <p:sp>
        <p:nvSpPr>
          <p:cNvPr id="52" name="TextBox 51">
            <a:extLst>
              <a:ext uri="{FF2B5EF4-FFF2-40B4-BE49-F238E27FC236}">
                <a16:creationId xmlns:a16="http://schemas.microsoft.com/office/drawing/2014/main" id="{29CF1724-0C82-1049-B760-05C53405D010}"/>
              </a:ext>
            </a:extLst>
          </p:cNvPr>
          <p:cNvSpPr txBox="1"/>
          <p:nvPr/>
        </p:nvSpPr>
        <p:spPr>
          <a:xfrm>
            <a:off x="29513101" y="24365685"/>
            <a:ext cx="12758057" cy="523220"/>
          </a:xfrm>
          <a:prstGeom prst="rect">
            <a:avLst/>
          </a:prstGeom>
          <a:noFill/>
        </p:spPr>
        <p:txBody>
          <a:bodyPr wrap="square" lIns="91440" tIns="45720" rIns="91440" bIns="45720" rtlCol="0" anchor="t">
            <a:spAutoFit/>
          </a:bodyPr>
          <a:lstStyle/>
          <a:p>
            <a:r>
              <a:rPr lang="en-US" sz="2800">
                <a:solidFill>
                  <a:srgbClr val="C00000"/>
                </a:solidFill>
                <a:latin typeface="Avenir Book"/>
              </a:rPr>
              <a:t>CONCLUSIONNNNNN</a:t>
            </a:r>
          </a:p>
        </p:txBody>
      </p:sp>
      <p:sp>
        <p:nvSpPr>
          <p:cNvPr id="53" name="TextBox 52">
            <a:extLst>
              <a:ext uri="{FF2B5EF4-FFF2-40B4-BE49-F238E27FC236}">
                <a16:creationId xmlns:a16="http://schemas.microsoft.com/office/drawing/2014/main" id="{90F30E92-D72B-8F41-A00E-8F43FE05AC88}"/>
              </a:ext>
            </a:extLst>
          </p:cNvPr>
          <p:cNvSpPr txBox="1"/>
          <p:nvPr/>
        </p:nvSpPr>
        <p:spPr>
          <a:xfrm>
            <a:off x="29491447" y="29165696"/>
            <a:ext cx="12758057" cy="523220"/>
          </a:xfrm>
          <a:prstGeom prst="rect">
            <a:avLst/>
          </a:prstGeom>
          <a:noFill/>
        </p:spPr>
        <p:txBody>
          <a:bodyPr wrap="square" lIns="91440" tIns="45720" rIns="91440" bIns="45720" rtlCol="0" anchor="t">
            <a:spAutoFit/>
          </a:bodyPr>
          <a:lstStyle/>
          <a:p>
            <a:r>
              <a:rPr lang="en-US" sz="2800">
                <a:latin typeface="Avenir Book"/>
              </a:rPr>
              <a:t>We would like to extend our gratitude to Frederic Marazzato for his assistance.</a:t>
            </a:r>
          </a:p>
        </p:txBody>
      </p:sp>
      <p:pic>
        <p:nvPicPr>
          <p:cNvPr id="20" name="Picture 19">
            <a:extLst>
              <a:ext uri="{FF2B5EF4-FFF2-40B4-BE49-F238E27FC236}">
                <a16:creationId xmlns:a16="http://schemas.microsoft.com/office/drawing/2014/main" id="{C2A60CC3-9256-974A-A5C8-2A596CA90422}"/>
              </a:ext>
            </a:extLst>
          </p:cNvPr>
          <p:cNvPicPr>
            <a:picLocks noChangeAspect="1"/>
          </p:cNvPicPr>
          <p:nvPr/>
        </p:nvPicPr>
        <p:blipFill rotWithShape="1">
          <a:blip r:embed="rId10"/>
          <a:srcRect t="4328"/>
          <a:stretch/>
        </p:blipFill>
        <p:spPr>
          <a:xfrm>
            <a:off x="3999724" y="22127897"/>
            <a:ext cx="4138480" cy="3959352"/>
          </a:xfrm>
          <a:prstGeom prst="rect">
            <a:avLst/>
          </a:prstGeom>
        </p:spPr>
      </p:pic>
      <p:pic>
        <p:nvPicPr>
          <p:cNvPr id="25" name="Picture 24">
            <a:extLst>
              <a:ext uri="{FF2B5EF4-FFF2-40B4-BE49-F238E27FC236}">
                <a16:creationId xmlns:a16="http://schemas.microsoft.com/office/drawing/2014/main" id="{ACC1A1CD-881C-BE48-BC2A-A2E25D0265A6}"/>
              </a:ext>
            </a:extLst>
          </p:cNvPr>
          <p:cNvPicPr>
            <a:picLocks noChangeAspect="1"/>
          </p:cNvPicPr>
          <p:nvPr/>
        </p:nvPicPr>
        <p:blipFill rotWithShape="1">
          <a:blip r:embed="rId11"/>
          <a:srcRect t="5211"/>
          <a:stretch/>
        </p:blipFill>
        <p:spPr>
          <a:xfrm>
            <a:off x="8083671" y="22099415"/>
            <a:ext cx="4167372" cy="3950208"/>
          </a:xfrm>
          <a:prstGeom prst="rect">
            <a:avLst/>
          </a:prstGeom>
        </p:spPr>
      </p:pic>
      <p:sp>
        <p:nvSpPr>
          <p:cNvPr id="54" name="TextBox 53">
            <a:extLst>
              <a:ext uri="{FF2B5EF4-FFF2-40B4-BE49-F238E27FC236}">
                <a16:creationId xmlns:a16="http://schemas.microsoft.com/office/drawing/2014/main" id="{B5B1169F-DDC2-0547-8D1E-400C815E568D}"/>
              </a:ext>
            </a:extLst>
          </p:cNvPr>
          <p:cNvSpPr txBox="1"/>
          <p:nvPr/>
        </p:nvSpPr>
        <p:spPr>
          <a:xfrm>
            <a:off x="1841788" y="26099022"/>
            <a:ext cx="9991118" cy="400110"/>
          </a:xfrm>
          <a:prstGeom prst="rect">
            <a:avLst/>
          </a:prstGeom>
          <a:noFill/>
        </p:spPr>
        <p:txBody>
          <a:bodyPr wrap="square" rtlCol="0">
            <a:spAutoFit/>
          </a:bodyPr>
          <a:lstStyle/>
          <a:p>
            <a:r>
              <a:rPr lang="en-US" sz="2000" b="1" i="1">
                <a:latin typeface="Avenir Book" panose="02000503020000020003" pitchFamily="2" charset="0"/>
              </a:rPr>
              <a:t>Figure 2 &amp; 3: </a:t>
            </a:r>
            <a:r>
              <a:rPr lang="en-US" sz="2000" i="1">
                <a:latin typeface="Avenir Book" panose="02000503020000020003" pitchFamily="2" charset="0"/>
              </a:rPr>
              <a:t>Digit distribution for training and testing dataset, respectively.</a:t>
            </a:r>
          </a:p>
        </p:txBody>
      </p:sp>
      <p:grpSp>
        <p:nvGrpSpPr>
          <p:cNvPr id="19" name="Group 18">
            <a:extLst>
              <a:ext uri="{FF2B5EF4-FFF2-40B4-BE49-F238E27FC236}">
                <a16:creationId xmlns:a16="http://schemas.microsoft.com/office/drawing/2014/main" id="{3FC65F1E-EC25-1844-BE3E-89EAF6014997}"/>
              </a:ext>
            </a:extLst>
          </p:cNvPr>
          <p:cNvGrpSpPr/>
          <p:nvPr/>
        </p:nvGrpSpPr>
        <p:grpSpPr>
          <a:xfrm>
            <a:off x="29892448" y="19939033"/>
            <a:ext cx="12399750" cy="2031775"/>
            <a:chOff x="30084165" y="15744117"/>
            <a:chExt cx="6153704" cy="1008322"/>
          </a:xfrm>
        </p:grpSpPr>
        <p:pic>
          <p:nvPicPr>
            <p:cNvPr id="55" name="Picture 54">
              <a:extLst>
                <a:ext uri="{FF2B5EF4-FFF2-40B4-BE49-F238E27FC236}">
                  <a16:creationId xmlns:a16="http://schemas.microsoft.com/office/drawing/2014/main" id="{749FF568-F6A6-8B4B-B1DA-20FAD5C1B9CC}"/>
                </a:ext>
              </a:extLst>
            </p:cNvPr>
            <p:cNvPicPr>
              <a:picLocks noChangeAspect="1"/>
            </p:cNvPicPr>
            <p:nvPr/>
          </p:nvPicPr>
          <p:blipFill rotWithShape="1">
            <a:blip r:embed="rId12"/>
            <a:srcRect l="51032" t="78248" r="40139" b="3251"/>
            <a:stretch/>
          </p:blipFill>
          <p:spPr>
            <a:xfrm>
              <a:off x="35659339" y="15843132"/>
              <a:ext cx="578530" cy="909307"/>
            </a:xfrm>
            <a:prstGeom prst="rect">
              <a:avLst/>
            </a:prstGeom>
          </p:spPr>
        </p:pic>
        <p:pic>
          <p:nvPicPr>
            <p:cNvPr id="56" name="Picture 55">
              <a:extLst>
                <a:ext uri="{FF2B5EF4-FFF2-40B4-BE49-F238E27FC236}">
                  <a16:creationId xmlns:a16="http://schemas.microsoft.com/office/drawing/2014/main" id="{6C909238-F2A0-1844-B419-545A1C93E555}"/>
                </a:ext>
              </a:extLst>
            </p:cNvPr>
            <p:cNvPicPr>
              <a:picLocks noChangeAspect="1"/>
            </p:cNvPicPr>
            <p:nvPr/>
          </p:nvPicPr>
          <p:blipFill rotWithShape="1">
            <a:blip r:embed="rId13"/>
            <a:srcRect l="80404" r="11273" b="80236"/>
            <a:stretch/>
          </p:blipFill>
          <p:spPr>
            <a:xfrm>
              <a:off x="32542823" y="15744117"/>
              <a:ext cx="545387" cy="971388"/>
            </a:xfrm>
            <a:prstGeom prst="rect">
              <a:avLst/>
            </a:prstGeom>
          </p:spPr>
        </p:pic>
        <p:pic>
          <p:nvPicPr>
            <p:cNvPr id="57" name="Picture 56">
              <a:extLst>
                <a:ext uri="{FF2B5EF4-FFF2-40B4-BE49-F238E27FC236}">
                  <a16:creationId xmlns:a16="http://schemas.microsoft.com/office/drawing/2014/main" id="{3ABAC0CE-1F15-8D49-95E0-238C7A278CD2}"/>
                </a:ext>
              </a:extLst>
            </p:cNvPr>
            <p:cNvPicPr>
              <a:picLocks noChangeAspect="1"/>
            </p:cNvPicPr>
            <p:nvPr/>
          </p:nvPicPr>
          <p:blipFill rotWithShape="1">
            <a:blip r:embed="rId13"/>
            <a:srcRect l="12216" t="57847" r="79463" b="22932"/>
            <a:stretch/>
          </p:blipFill>
          <p:spPr>
            <a:xfrm>
              <a:off x="33791250" y="15778367"/>
              <a:ext cx="545387" cy="944682"/>
            </a:xfrm>
            <a:prstGeom prst="rect">
              <a:avLst/>
            </a:prstGeom>
          </p:spPr>
        </p:pic>
        <p:pic>
          <p:nvPicPr>
            <p:cNvPr id="58" name="Picture 57">
              <a:extLst>
                <a:ext uri="{FF2B5EF4-FFF2-40B4-BE49-F238E27FC236}">
                  <a16:creationId xmlns:a16="http://schemas.microsoft.com/office/drawing/2014/main" id="{F4C84BF3-342F-B546-B265-1DDDBD26A18D}"/>
                </a:ext>
              </a:extLst>
            </p:cNvPr>
            <p:cNvPicPr>
              <a:picLocks noChangeAspect="1"/>
            </p:cNvPicPr>
            <p:nvPr/>
          </p:nvPicPr>
          <p:blipFill rotWithShape="1">
            <a:blip r:embed="rId13"/>
            <a:srcRect l="70723" t="20236" r="20746" b="60981"/>
            <a:stretch/>
          </p:blipFill>
          <p:spPr>
            <a:xfrm>
              <a:off x="30084165" y="15789803"/>
              <a:ext cx="558973" cy="923166"/>
            </a:xfrm>
            <a:prstGeom prst="rect">
              <a:avLst/>
            </a:prstGeom>
          </p:spPr>
        </p:pic>
        <p:pic>
          <p:nvPicPr>
            <p:cNvPr id="59" name="Picture 58">
              <a:extLst>
                <a:ext uri="{FF2B5EF4-FFF2-40B4-BE49-F238E27FC236}">
                  <a16:creationId xmlns:a16="http://schemas.microsoft.com/office/drawing/2014/main" id="{F428AE69-0C5B-C54F-BC2F-D78731312990}"/>
                </a:ext>
              </a:extLst>
            </p:cNvPr>
            <p:cNvPicPr>
              <a:picLocks noChangeAspect="1"/>
            </p:cNvPicPr>
            <p:nvPr/>
          </p:nvPicPr>
          <p:blipFill rotWithShape="1">
            <a:blip r:embed="rId12"/>
            <a:srcRect l="31690" t="20203" r="59987" b="62122"/>
            <a:stretch/>
          </p:blipFill>
          <p:spPr>
            <a:xfrm>
              <a:off x="34427028" y="15805496"/>
              <a:ext cx="545387" cy="868726"/>
            </a:xfrm>
            <a:prstGeom prst="rect">
              <a:avLst/>
            </a:prstGeom>
          </p:spPr>
        </p:pic>
        <p:pic>
          <p:nvPicPr>
            <p:cNvPr id="60" name="Picture 59">
              <a:extLst>
                <a:ext uri="{FF2B5EF4-FFF2-40B4-BE49-F238E27FC236}">
                  <a16:creationId xmlns:a16="http://schemas.microsoft.com/office/drawing/2014/main" id="{55A6A8B3-97B9-914F-98FF-1CBF9541F73C}"/>
                </a:ext>
              </a:extLst>
            </p:cNvPr>
            <p:cNvPicPr>
              <a:picLocks noChangeAspect="1"/>
            </p:cNvPicPr>
            <p:nvPr/>
          </p:nvPicPr>
          <p:blipFill rotWithShape="1">
            <a:blip r:embed="rId12"/>
            <a:srcRect l="40788" t="79683" r="49862" b="5240"/>
            <a:stretch/>
          </p:blipFill>
          <p:spPr>
            <a:xfrm>
              <a:off x="30659805" y="15895985"/>
              <a:ext cx="612742" cy="741018"/>
            </a:xfrm>
            <a:prstGeom prst="rect">
              <a:avLst/>
            </a:prstGeom>
          </p:spPr>
        </p:pic>
        <p:pic>
          <p:nvPicPr>
            <p:cNvPr id="61" name="Picture 60">
              <a:extLst>
                <a:ext uri="{FF2B5EF4-FFF2-40B4-BE49-F238E27FC236}">
                  <a16:creationId xmlns:a16="http://schemas.microsoft.com/office/drawing/2014/main" id="{0525A0DB-177F-F949-8112-AF75AAA69162}"/>
                </a:ext>
              </a:extLst>
            </p:cNvPr>
            <p:cNvPicPr>
              <a:picLocks noChangeAspect="1"/>
            </p:cNvPicPr>
            <p:nvPr/>
          </p:nvPicPr>
          <p:blipFill rotWithShape="1">
            <a:blip r:embed="rId12"/>
            <a:srcRect l="31286" t="2600" r="59670" b="80228"/>
            <a:stretch/>
          </p:blipFill>
          <p:spPr>
            <a:xfrm>
              <a:off x="33137416" y="15874584"/>
              <a:ext cx="592667" cy="844025"/>
            </a:xfrm>
            <a:prstGeom prst="rect">
              <a:avLst/>
            </a:prstGeom>
          </p:spPr>
        </p:pic>
        <p:pic>
          <p:nvPicPr>
            <p:cNvPr id="62" name="Picture 61">
              <a:extLst>
                <a:ext uri="{FF2B5EF4-FFF2-40B4-BE49-F238E27FC236}">
                  <a16:creationId xmlns:a16="http://schemas.microsoft.com/office/drawing/2014/main" id="{CD7C9BC9-744C-EB42-91BE-3E3F969B4652}"/>
                </a:ext>
              </a:extLst>
            </p:cNvPr>
            <p:cNvPicPr>
              <a:picLocks noChangeAspect="1"/>
            </p:cNvPicPr>
            <p:nvPr/>
          </p:nvPicPr>
          <p:blipFill rotWithShape="1">
            <a:blip r:embed="rId12"/>
            <a:srcRect l="31563" t="60071" r="60116" b="22713"/>
            <a:stretch/>
          </p:blipFill>
          <p:spPr>
            <a:xfrm>
              <a:off x="31313015" y="15872317"/>
              <a:ext cx="545387" cy="846122"/>
            </a:xfrm>
            <a:prstGeom prst="rect">
              <a:avLst/>
            </a:prstGeom>
          </p:spPr>
        </p:pic>
        <p:pic>
          <p:nvPicPr>
            <p:cNvPr id="63" name="Picture 62">
              <a:extLst>
                <a:ext uri="{FF2B5EF4-FFF2-40B4-BE49-F238E27FC236}">
                  <a16:creationId xmlns:a16="http://schemas.microsoft.com/office/drawing/2014/main" id="{BAC01851-6DCA-0041-BB86-3CD480532841}"/>
                </a:ext>
              </a:extLst>
            </p:cNvPr>
            <p:cNvPicPr>
              <a:picLocks noChangeAspect="1"/>
            </p:cNvPicPr>
            <p:nvPr/>
          </p:nvPicPr>
          <p:blipFill rotWithShape="1">
            <a:blip r:embed="rId13"/>
            <a:srcRect l="11645" t="78233" r="79182" b="4877"/>
            <a:stretch/>
          </p:blipFill>
          <p:spPr>
            <a:xfrm>
              <a:off x="31901007" y="15826519"/>
              <a:ext cx="601134" cy="830109"/>
            </a:xfrm>
            <a:prstGeom prst="rect">
              <a:avLst/>
            </a:prstGeom>
          </p:spPr>
        </p:pic>
        <p:pic>
          <p:nvPicPr>
            <p:cNvPr id="64" name="Picture 63">
              <a:extLst>
                <a:ext uri="{FF2B5EF4-FFF2-40B4-BE49-F238E27FC236}">
                  <a16:creationId xmlns:a16="http://schemas.microsoft.com/office/drawing/2014/main" id="{5AA4EB23-4D35-864F-B365-71111DB306A6}"/>
                </a:ext>
              </a:extLst>
            </p:cNvPr>
            <p:cNvPicPr>
              <a:picLocks noChangeAspect="1"/>
            </p:cNvPicPr>
            <p:nvPr/>
          </p:nvPicPr>
          <p:blipFill rotWithShape="1">
            <a:blip r:embed="rId12"/>
            <a:srcRect l="80078" t="40918" r="11094" b="43096"/>
            <a:stretch/>
          </p:blipFill>
          <p:spPr>
            <a:xfrm>
              <a:off x="35020151" y="15883642"/>
              <a:ext cx="578530" cy="785727"/>
            </a:xfrm>
            <a:prstGeom prst="rect">
              <a:avLst/>
            </a:prstGeom>
          </p:spPr>
        </p:pic>
      </p:grpSp>
      <p:sp>
        <p:nvSpPr>
          <p:cNvPr id="49" name="TextBox 48">
            <a:extLst>
              <a:ext uri="{FF2B5EF4-FFF2-40B4-BE49-F238E27FC236}">
                <a16:creationId xmlns:a16="http://schemas.microsoft.com/office/drawing/2014/main" id="{85653AE0-DD8D-C045-B542-A7B1454AB943}"/>
              </a:ext>
            </a:extLst>
          </p:cNvPr>
          <p:cNvSpPr txBox="1"/>
          <p:nvPr/>
        </p:nvSpPr>
        <p:spPr>
          <a:xfrm>
            <a:off x="29958509" y="21841549"/>
            <a:ext cx="11957176" cy="400110"/>
          </a:xfrm>
          <a:prstGeom prst="rect">
            <a:avLst/>
          </a:prstGeom>
          <a:noFill/>
        </p:spPr>
        <p:txBody>
          <a:bodyPr wrap="square" lIns="91440" tIns="45720" rIns="91440" bIns="45720" rtlCol="0" anchor="t">
            <a:spAutoFit/>
          </a:bodyPr>
          <a:lstStyle/>
          <a:p>
            <a:r>
              <a:rPr lang="en-US" sz="2000" b="1" i="1">
                <a:latin typeface="Avenir Book"/>
              </a:rPr>
              <a:t>Figure 7: </a:t>
            </a:r>
            <a:r>
              <a:rPr lang="en-US" sz="2000" i="1">
                <a:latin typeface="Avenir Book"/>
              </a:rPr>
              <a:t>Misclassified digits.</a:t>
            </a:r>
            <a:endParaRPr lang="en-US"/>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17025D94-6FDE-4F24-AD95-86EC7EC33563}"/>
                  </a:ext>
                </a:extLst>
              </p:cNvPr>
              <p:cNvSpPr txBox="1"/>
              <p:nvPr/>
            </p:nvSpPr>
            <p:spPr>
              <a:xfrm>
                <a:off x="15853918" y="20990998"/>
                <a:ext cx="12385849" cy="1754326"/>
              </a:xfrm>
              <a:prstGeom prst="rect">
                <a:avLst/>
              </a:prstGeom>
              <a:noFill/>
            </p:spPr>
            <p:txBody>
              <a:bodyPr wrap="square" rtlCol="0">
                <a:spAutoFit/>
              </a:bodyPr>
              <a:lstStyle/>
              <a:p>
                <a:r>
                  <a:rPr lang="en-US" sz="1800">
                    <a:latin typeface="Avenir Book" panose="02000503020000020003" pitchFamily="2" charset="0"/>
                  </a:rPr>
                  <a:t>Linear Least Squares can be used as a classification model </a:t>
                </a:r>
              </a:p>
              <a:p>
                <a:pPr algn="ct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rPr>
                        <m:t>𝐴</m:t>
                      </m:r>
                      <m:r>
                        <a:rPr lang="en-US" sz="1800" i="1">
                          <a:latin typeface="Cambria Math" panose="02040503050406030204" pitchFamily="18" charset="0"/>
                        </a:rPr>
                        <m:t>=</m:t>
                      </m:r>
                      <m:r>
                        <a:rPr lang="en-US" sz="1800" i="1">
                          <a:latin typeface="Cambria Math" panose="02040503050406030204" pitchFamily="18" charset="0"/>
                        </a:rPr>
                        <m:t>𝑈</m:t>
                      </m:r>
                      <m:r>
                        <a:rPr lang="en-US" sz="1800" i="1">
                          <a:latin typeface="Cambria Math" panose="02040503050406030204" pitchFamily="18" charset="0"/>
                          <a:ea typeface="Cambria Math" panose="02040503050406030204" pitchFamily="18" charset="0"/>
                        </a:rPr>
                        <m:t>∗</m:t>
                      </m:r>
                      <m:sSup>
                        <m:sSupPr>
                          <m:ctrlPr>
                            <a:rPr lang="en-US" sz="1800" i="1">
                              <a:latin typeface="Cambria Math" panose="02040503050406030204" pitchFamily="18" charset="0"/>
                              <a:ea typeface="Cambria Math" panose="02040503050406030204" pitchFamily="18" charset="0"/>
                            </a:rPr>
                          </m:ctrlPr>
                        </m:sSupPr>
                        <m:e>
                          <m:r>
                            <a:rPr lang="en-US" sz="1800" i="1">
                              <a:latin typeface="Cambria Math" panose="02040503050406030204" pitchFamily="18" charset="0"/>
                              <a:ea typeface="Cambria Math" panose="02040503050406030204" pitchFamily="18" charset="0"/>
                            </a:rPr>
                            <m:t>𝑉</m:t>
                          </m:r>
                        </m:e>
                        <m:sup>
                          <m:r>
                            <a:rPr lang="en-US" sz="1800" i="1">
                              <a:latin typeface="Cambria Math" panose="02040503050406030204" pitchFamily="18" charset="0"/>
                              <a:ea typeface="Cambria Math" panose="02040503050406030204" pitchFamily="18" charset="0"/>
                            </a:rPr>
                            <m:t>𝑇</m:t>
                          </m:r>
                        </m:sup>
                      </m:sSup>
                    </m:oMath>
                  </m:oMathPara>
                </a14:m>
                <a:endParaRPr lang="en-US" sz="1800" i="1">
                  <a:latin typeface="Cambria Math" panose="02040503050406030204" pitchFamily="18" charset="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func>
                        <m:funcPr>
                          <m:ctrlPr>
                            <a:rPr lang="en-US" sz="1800" b="0" i="1" smtClean="0">
                              <a:latin typeface="Cambria Math" panose="02040503050406030204" pitchFamily="18" charset="0"/>
                              <a:ea typeface="Cambria Math" panose="02040503050406030204" pitchFamily="18" charset="0"/>
                            </a:rPr>
                          </m:ctrlPr>
                        </m:funcPr>
                        <m:fName>
                          <m:r>
                            <m:rPr>
                              <m:sty m:val="p"/>
                            </m:rPr>
                            <a:rPr lang="en-US" sz="1800" b="0" i="0" smtClean="0">
                              <a:latin typeface="Cambria Math" panose="02040503050406030204" pitchFamily="18" charset="0"/>
                              <a:ea typeface="Cambria Math" panose="02040503050406030204" pitchFamily="18" charset="0"/>
                            </a:rPr>
                            <m:t>min</m:t>
                          </m:r>
                        </m:fName>
                        <m:e/>
                      </m:func>
                      <m:r>
                        <a:rPr lang="en-US" sz="1800" i="1">
                          <a:latin typeface="Cambria Math" panose="02040503050406030204" pitchFamily="18" charset="0"/>
                        </a:rPr>
                        <m:t>=</m:t>
                      </m:r>
                      <m:r>
                        <a:rPr lang="en-US" sz="1800" i="1">
                          <a:latin typeface="Cambria Math" panose="02040503050406030204" pitchFamily="18" charset="0"/>
                        </a:rPr>
                        <m:t>𝑈</m:t>
                      </m:r>
                      <m:r>
                        <a:rPr lang="en-US" sz="1800" i="1">
                          <a:latin typeface="Cambria Math" panose="02040503050406030204" pitchFamily="18" charset="0"/>
                          <a:ea typeface="Cambria Math" panose="02040503050406030204" pitchFamily="18" charset="0"/>
                        </a:rPr>
                        <m:t>∗</m:t>
                      </m:r>
                      <m:sSup>
                        <m:sSupPr>
                          <m:ctrlPr>
                            <a:rPr lang="en-US" sz="1800" i="1">
                              <a:latin typeface="Cambria Math" panose="02040503050406030204" pitchFamily="18" charset="0"/>
                              <a:ea typeface="Cambria Math" panose="02040503050406030204" pitchFamily="18" charset="0"/>
                            </a:rPr>
                          </m:ctrlPr>
                        </m:sSupPr>
                        <m:e>
                          <m:r>
                            <a:rPr lang="en-US" sz="1800" b="0" i="1" smtClean="0">
                              <a:latin typeface="Cambria Math" panose="02040503050406030204" pitchFamily="18" charset="0"/>
                              <a:ea typeface="Cambria Math" panose="02040503050406030204" pitchFamily="18" charset="0"/>
                            </a:rPr>
                            <m:t>𝑈</m:t>
                          </m:r>
                        </m:e>
                        <m:sup>
                          <m:r>
                            <a:rPr lang="en-US" sz="1800" i="1">
                              <a:latin typeface="Cambria Math" panose="02040503050406030204" pitchFamily="18" charset="0"/>
                              <a:ea typeface="Cambria Math" panose="02040503050406030204" pitchFamily="18" charset="0"/>
                            </a:rPr>
                            <m:t>𝑇</m:t>
                          </m:r>
                        </m:sup>
                      </m:sSup>
                    </m:oMath>
                  </m:oMathPara>
                </a14:m>
                <a:endParaRPr lang="en-US" sz="1800" b="1">
                  <a:latin typeface="Avenir Book"/>
                  <a:ea typeface="+mn-lt"/>
                  <a:cs typeface="+mn-lt"/>
                </a:endParaRPr>
              </a:p>
              <a:p>
                <a:pPr marL="457200" indent="-457200">
                  <a:buFont typeface="Arial"/>
                  <a:buChar char="•"/>
                </a:pPr>
                <a:endParaRPr lang="en-US" sz="1800" b="1">
                  <a:latin typeface="Avenir Book"/>
                  <a:ea typeface="+mn-lt"/>
                  <a:cs typeface="+mn-lt"/>
                </a:endParaRPr>
              </a:p>
              <a:p>
                <a:r>
                  <a:rPr lang="en-US" sz="1800">
                    <a:solidFill>
                      <a:srgbClr val="C00000"/>
                    </a:solidFill>
                    <a:latin typeface="Helvetica Neue" panose="02000503000000020004" pitchFamily="2" charset="0"/>
                  </a:rPr>
                  <a:t>(Identity matrix - UU^T)(current image matrix) / normalization(current image matrix)</a:t>
                </a:r>
              </a:p>
              <a:p>
                <a:endParaRPr lang="en-US"/>
              </a:p>
            </p:txBody>
          </p:sp>
        </mc:Choice>
        <mc:Fallback xmlns="">
          <p:sp>
            <p:nvSpPr>
              <p:cNvPr id="24" name="TextBox 23">
                <a:extLst>
                  <a:ext uri="{FF2B5EF4-FFF2-40B4-BE49-F238E27FC236}">
                    <a16:creationId xmlns:a16="http://schemas.microsoft.com/office/drawing/2014/main" id="{17025D94-6FDE-4F24-AD95-86EC7EC33563}"/>
                  </a:ext>
                </a:extLst>
              </p:cNvPr>
              <p:cNvSpPr txBox="1">
                <a:spLocks noRot="1" noChangeAspect="1" noMove="1" noResize="1" noEditPoints="1" noAdjustHandles="1" noChangeArrowheads="1" noChangeShapeType="1" noTextEdit="1"/>
              </p:cNvSpPr>
              <p:nvPr/>
            </p:nvSpPr>
            <p:spPr>
              <a:xfrm>
                <a:off x="15853918" y="20990998"/>
                <a:ext cx="12385849" cy="1754326"/>
              </a:xfrm>
              <a:prstGeom prst="rect">
                <a:avLst/>
              </a:prstGeom>
              <a:blipFill>
                <a:blip r:embed="rId14"/>
                <a:stretch>
                  <a:fillRect l="-443" t="-1736"/>
                </a:stretch>
              </a:blipFill>
            </p:spPr>
            <p:txBody>
              <a:bodyPr/>
              <a:lstStyle/>
              <a:p>
                <a:r>
                  <a:rPr lang="en-US">
                    <a:noFill/>
                  </a:rPr>
                  <a:t> </a:t>
                </a:r>
              </a:p>
            </p:txBody>
          </p:sp>
        </mc:Fallback>
      </mc:AlternateContent>
      <p:sp>
        <p:nvSpPr>
          <p:cNvPr id="65" name="TextBox 64">
            <a:extLst>
              <a:ext uri="{FF2B5EF4-FFF2-40B4-BE49-F238E27FC236}">
                <a16:creationId xmlns:a16="http://schemas.microsoft.com/office/drawing/2014/main" id="{A9DF6BDE-F0D5-B343-8387-37847541010B}"/>
              </a:ext>
            </a:extLst>
          </p:cNvPr>
          <p:cNvSpPr txBox="1"/>
          <p:nvPr/>
        </p:nvSpPr>
        <p:spPr>
          <a:xfrm>
            <a:off x="29660782" y="17345060"/>
            <a:ext cx="12758057" cy="2677656"/>
          </a:xfrm>
          <a:prstGeom prst="rect">
            <a:avLst/>
          </a:prstGeom>
          <a:noFill/>
        </p:spPr>
        <p:txBody>
          <a:bodyPr wrap="square">
            <a:spAutoFit/>
          </a:bodyPr>
          <a:lstStyle/>
          <a:p>
            <a:r>
              <a:rPr lang="en-US" sz="2800">
                <a:latin typeface="Avenir Book"/>
              </a:rPr>
              <a:t>We printed a sample of the 110 misclassified digits. When evaluating the correct digit versus the predicted values, there are many patterns in the misclassification. Any digit written with a larger inner circle was often recognized as a zero, while any digit extremely thin was recognized as a one. Many of the misclassifications were a result of placement and skewedness, the contrast visualized against the rank twelve matrix approximations.</a:t>
            </a:r>
          </a:p>
        </p:txBody>
      </p:sp>
      <p:pic>
        <p:nvPicPr>
          <p:cNvPr id="22" name="Picture 21">
            <a:extLst>
              <a:ext uri="{FF2B5EF4-FFF2-40B4-BE49-F238E27FC236}">
                <a16:creationId xmlns:a16="http://schemas.microsoft.com/office/drawing/2014/main" id="{2C4B30F9-50A4-468F-F3D3-E00B724D6D94}"/>
              </a:ext>
            </a:extLst>
          </p:cNvPr>
          <p:cNvPicPr>
            <a:picLocks noChangeAspect="1"/>
          </p:cNvPicPr>
          <p:nvPr/>
        </p:nvPicPr>
        <p:blipFill>
          <a:blip r:embed="rId15"/>
          <a:stretch>
            <a:fillRect/>
          </a:stretch>
        </p:blipFill>
        <p:spPr>
          <a:xfrm>
            <a:off x="34174898" y="13057092"/>
            <a:ext cx="4065636" cy="4065636"/>
          </a:xfrm>
          <a:prstGeom prst="rect">
            <a:avLst/>
          </a:prstGeom>
        </p:spPr>
      </p:pic>
    </p:spTree>
    <p:extLst>
      <p:ext uri="{BB962C8B-B14F-4D97-AF65-F5344CB8AC3E}">
        <p14:creationId xmlns:p14="http://schemas.microsoft.com/office/powerpoint/2010/main" val="3262663842"/>
      </p:ext>
    </p:extLst>
  </p:cSld>
  <p:clrMapOvr>
    <a:masterClrMapping/>
  </p:clrMapOvr>
</p:sld>
</file>

<file path=ppt/theme/theme1.xml><?xml version="1.0" encoding="utf-8"?>
<a:theme xmlns:a="http://schemas.openxmlformats.org/drawingml/2006/main" name="Office Theme">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TotalTime>
  <Words>730</Words>
  <Application>Microsoft Macintosh PowerPoint</Application>
  <PresentationFormat>Custom</PresentationFormat>
  <Paragraphs>40</Paragraphs>
  <Slides>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Arial</vt:lpstr>
      <vt:lpstr>Avenir Book</vt:lpstr>
      <vt:lpstr>Avenir Next Condensed Medium</vt:lpstr>
      <vt:lpstr>Calibri</vt:lpstr>
      <vt:lpstr>Calibri Light</vt:lpstr>
      <vt:lpstr>Cambria Math</vt:lpstr>
      <vt:lpstr>Helvetica Neue</vt:lpstr>
      <vt:lpstr>Office Theme</vt:lpstr>
      <vt:lpstr>Machine Learning: Handwritten Digit Recognition Using Singular Value Decomposition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Handwritten Digit Recognition Using Singular Value Decomposition </dc:title>
  <dc:creator>Mollee M Swift</dc:creator>
  <cp:lastModifiedBy>Justin Nichols</cp:lastModifiedBy>
  <cp:revision>2</cp:revision>
  <cp:lastPrinted>2022-03-31T20:16:39Z</cp:lastPrinted>
  <dcterms:created xsi:type="dcterms:W3CDTF">2022-03-31T19:25:59Z</dcterms:created>
  <dcterms:modified xsi:type="dcterms:W3CDTF">2022-04-21T05:01:05Z</dcterms:modified>
</cp:coreProperties>
</file>